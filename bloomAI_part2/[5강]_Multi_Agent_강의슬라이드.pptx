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LangGraph 응용 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맑은 고딕"/>
              </a:defRPr>
            </a:pPr>
            <a:r>
              <a:t>5강: Multi-Agent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Interrupt  |  Command  |  Subgraph  |  Supervisor  | 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맑은 고딕"/>
              </a:defRPr>
            </a:pPr>
            <a:r>
              <a:t>초보자를 위한 단계별 실습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이번 강의에서 배울 8가지 핵심 패턴: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1. Dynamic Interrupt       — 실행 중 사용자 입력을 받고 재개하기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2. Interrupts in Tools     — 도구(Tool) 안에서 사용자에게 질문하기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3. Validating Human Input  — 사용자 입력을 검증하는 루프 만들기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4. Command with Goto       — 런타임에 동적으로 노드 이동하기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5. Subgraph (State 공유)   — 부모-자식 그래프가 State를 공유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6. Subgraph (State 분리)   — 부모-자식 그래프가 각자 State 사용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7. Multi-Agent: Supervisor — 중앙 관리자가 워커를 지휘하는 패턴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8. Multi-Agent: Handoff    — 에이전트끼리 직접 업무를 넘기는 패턴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사전 지식 복습: LangGraph 핵심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State (상태)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모든 노드가 공유하는 데이터 저장소 (TypedDict로 정의)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= 칠판에 적힌 메모 (모두가 읽고 쓸 수 있음)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Node (노드)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State를 처리하는 함수 (입력: State, 출력: 업데이트할 딕셔너리)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= 각 단계의 작업자 (한 가지 일을 담당)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Edge (엣지)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노드 간의 연결 (실행 순서를 정하는 화살표)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add_edge(A, B) = 고정 연결  |  add_conditional_edges() = 조건부 연결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Compile &amp; Invoke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app = workflow.compile()  →  result = app.invoke(입력)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기본 구조:  START → Node A → Node B →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이번 강의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기초부터 고급까지, 단계적으로 배워갑니다: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[기초]  1~3: Interrupt 패턴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실행 중 멈추고 사용자에게 질문 → 답변 받고 이어서 실행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[중급]  4: Command(goto) 패턴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런타임에 "다음에 어디로 갈지" 동적으로 결정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[고급]  5~6: Subgraph 패턴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그래프 안에 그래프를 넣어 모듈화 (레고 블록처럼 조립)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[심화]  7~8: Multi-Agent 패턴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여러 AI 에이전트가 협력하여 복잡한 작업 수행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Dynamic Interrupt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그래프 실행 중 멈추고 사용자 입력을 받는 패턴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Dynamic Interrupt란?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그래프가 실행 중간에 "잠깐 멈춤" → 사용자에게 질문 → 답변 받고 "이어서 실행"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비유: 은행 창구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직원이 서류를 처리하다가 → "주소를 확인해주세요" → 고객이 답변 → 처리 재개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왜 필요한가?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AI가 작업 중 추가 정보가 필요할 때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중요한 결정을 사용자에게 확인받고 싶을 때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단계별로 사용자 승인이 필요한 워크플로우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 키워드: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interrupt()  — 실행을 멈추고 질문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Command(resume=값)  — 답변을 보내고 실행 재개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InMemorySaver  — 멈춘 시점의 상태를 저장하는 체크포인터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ChatState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Interrupt 패턴에서 사용하는 State 구조를 정의합니다.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typing_extensions import TypedDict, Annotated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langgraph.graph.message import add_messages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langchain_core.messages import AnyMessage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class ChatState(TypedDict):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messages: Annotated[list[AnyMessage], add_messages]  # 메시지 누적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context: dict   # 공유 임시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Annotated[list, add_messages] = 메시지가 덮어쓰기가 아닌 "누적"됨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add_messages는 LangGraph의 특별한 리듀서(reducer) 함수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context: 노드 간 공유할 임시 데이터 저장소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interrupt() 로 실행 멈추기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from langgraph.types import interrupt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from langgraph.checkpoint.memory import InMemorySaver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def agent_node(state: ChatState):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ctx = state.get("context", {})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food_category = ctx.get("food_category")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if not food_category: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# 여기서 실행이 멈춤! 사용자에게 질문을 보냄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food_category = interrupt("어떤 종류의 음식을 원하시나요?")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# 사용자가 답변하면 여기서부터 이어서 실행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messages = [system_prompt] + state["messages"]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response = model.invoke(messages)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return {"messages": [response],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    "context": {"food_category": food_category}}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interrupt(질문)의 동작: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1. 그래프 실행이 즉시 멈춤 (Pause)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2. 괄호 안의 질문이 사용자에게 전달됨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3. 사용자가 답변하면 그 값이 food_category에 들어감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실행, 상태 확인, 재개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1. 그래프 컴파일 (체크포인터 필수!)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memory = InMemorySaver()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app = workflow.compile(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checkpointer=memory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2. 실행 (thread_id로 대화 추적)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config = {"configurable":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{"thread_id": "1"}}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result = app.invoke(msg, config=config)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3. 멈춘 상태 확인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snapshot = app.get_state(config)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if snapshot.next:  # 멈춰있다면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question = snapshot.tasks[0]\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.interrupts[0].value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print(question)  # 질문 출력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4. 답변 보내고 재개!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langgraph.types import Command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result = app.invoke(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Command(resume="일식"), config=config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정리: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InMemorySaver = 멈춘 시점의 상태를 메모리에 저장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thread_id = 대화를 구분하는 고유 ID (여러 대화 동시 관리 가능)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get_state() = 현재 상태 확인 (멈춰있는지, 어떤 질문인지)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Command(resume=값) = 답변을 보내면서 실행 재개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Interrupts in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도구(Tool) 내부에서 사용자에게 질문하는 패턴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도구(Tool) 안에서 interrupt 사용하기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LLM이 도구를 호출할 때, 도구 내부에서 사용자 입력을 요청할 수 있습니다.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예: AI가 "사람에게 물어보기" 도구를 사용 → 사용자에게 질문 전달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21208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from langchain_core.tools import tool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def ask_human(question: str) -&gt; str: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"""사람에게 질문하는 도구"""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# 도구 실행 중 멈추고 질문!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response = interrupt(question)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return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86000"/>
            <a:ext cx="521208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조건부 라우터: 도구 호출 여부 판단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def should_continue(state):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last = state["messages"][-1]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if last.tool_calls: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return "tool_node"  # 도구 실행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return END  # 종료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workflow.add_conditional_edges(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"agent", should_continue)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실행 흐름: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agent → LLM이 ask_human 도구 호출 → tool_node 실행 →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interrupt(질문) → 멈춤 → Command(resume=답변) → 도구 결과 반환 →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흐름 정리: Interrupts in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Section 1 vs Section 2 비교: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[Section 1] 노드에서 직접 interrupt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→ 개발자가 "여기서 멈춰!"라고 명시적으로 지정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→ 항상 같은 시점에서 멈춤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[Section 2] 도구 안에서 interrupt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→ LLM이 "사람에게 물어봐야겠다"고 판단하면 멈춤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→ AI가 스스로 언제 질문할지 결정 (더 유연함!)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공통점: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- 둘 다 InMemorySaver(체크포인터)가 필수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- 둘 다 Command(resume=값)으로 재개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- 둘 다 thread_id로 대화를 추적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Validating Human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사용자 입력을 검증하고 올바른 값을 받을 때까지 반복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입력 검증 루프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사용자가 잘못된 값을 입력하면? → 다시 물어보는 루프를 만듭니다.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비밀번호 설정 시 "8자 이상 입력하세요" → 조건 충족할 때까지 반복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def human_node(state: ChatState):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"""사용자 입력을 검증하는 노드"""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첫 번째 질문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result = interrupt("선택하세요 (A/B/C):")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올바른 값이 나올 때까지 반복 질문!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while result not in ["A", "B", "C"]: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    result = interrupt(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        f"\"{result}\"는 잘못된 입력입니다! A, B, C 중 선택하세요:"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return {"messages": [HumanMessage(content=result)]}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핵심: interrupt()를 while 루프 안에 넣으면 검증 루프 완성!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매번 멈추고 → 사용자 입력 → 검증 → 실패시 다시 멈춤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정리: Interrupt 3가지 활용법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1. 노드에서 직접 interrupt (Section 1)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→ 개발자가 정한 시점에 항상 멈춤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→ 사용 예: 주문 확인, 필수 정보 수집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2. 도구 안에서 interrupt (Section 2)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→ AI가 판단해서 필요할 때만 멈춤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→ 사용 예: 대화 중 추가 정보가 필요할 때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3. 검증 루프와 interrupt (Section 3)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→ 올바른 입력이 올 때까지 반복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→ 사용 예: 선택지 검증, 형식 검사</a:t>
            </a: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7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공통 필수 요소: InMemorySaver + thread_id + Command(resume=값)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Command(goto=)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런타임에 다음 실행 노드를 동적으로 결정하는 패턴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Command(goto=) vs add_conditional_edges()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"다음에 어디로 갈지"를 결정하는 두 가지 방법 비교: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┌─────────────────────┬────────────────────────┬──────────────────────────┐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       │ add_conditional_edges  │ Command(goto=)  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├─────────────────────┼────────────────────────┼──────────────────────────┤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결정 시점           │ 그래프 빌드 시         │ 런타임 (실행 중)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유연성              │ 미리 정한 경우만 가능  │ 완전 자유 (동적)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사용 위치           │ 그래프 구성 코드       │ 노드 함수 내부  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결과와 동시 업데이트│ 불가                   │ Command(update=, goto=)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└─────────────────────┴────────────────────────┴──────────────────────────┘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add_conditional_edges = 미리 정해둔 교차로 표지판 (좌/우만 가능)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Command(goto=) = 내비게이션 (실시간으로 최적 경로 안내)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코드: 레스토랑 예약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추천 → 승인 → 예약 (거절 시 다시 추천으로 돌아감)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def human_approval_node(state: ChatState):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menu = state["selected_menu"]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# 사용자에게 승인 요청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approved = interrupt(f"\"{menu}\" 예약할까요? (yes/no)")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if approved == "yes":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return Command(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    update={"messages": ["승인됨"]},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    goto="booking"      # 예약 노드로 이동!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return Command(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    update={"messages": ["거절됨"]},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    goto="recommender"  # 다시 추천 노드로 돌아감!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Command(update=, goto=) = State 업데이트 + 다음 노드 이동을 한 번에!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그래프 구성 &amp; 정리: Command(goto=)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StateGraph(ChatState)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workflow.add_node("recommender",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recommender_node)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workflow.add_node("approval",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human_approval_node)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workflow.add_node("booking",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booking_node)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"recommender")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workflow.add_edge("recommender", "approval")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booking으로의 엣지는 없음!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→ Command(goto)로 런타임에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실행 흐름: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START → recommender → approval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├─ yes → Command(goto='booking')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│        → booking → END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└─ no  → Command(goto='recommender')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         → recommender → approval ...</a:t>
            </a: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1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엣지 없이도 노드 이동 가능!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Command(goto) 핵심 정리: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노드 함수 내부에서 return Command(goto='노드명')으로 이동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update= 로 State 업데이트도 동시에 가능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미리 엣지를 정의하지 않아도 되므로 매우 유연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interrupt()와 결합하면 "사용자 결정 → 동적 분기" 패턴 완성!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Subgraph (State 공유)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그래프 안에 그래프를 넣어 모듈화하는 패턴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Subgraph란?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하나의 그래프 안에 다른 그래프를 "노드처럼" 넣는 것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비유: 레고 블록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작은 레고(서브그래프)를 미리 조립 → 큰 레고(부모 그래프)에 끼워 넣기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두 가지 연결 방식: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1. State 공유형 (이번 섹션)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부모와 자식이 같은 State 사용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workflow.add_node('kitchen', kitchen_subgraph)  # 서브그래프를 노드로!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2. State 분리형 (다음 섹션)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부모와 자식이 다른 State 사용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부모 노드 함수에서 직접 자식 그래프를 invoke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예제: 레스토랑(부모) + 주방(자식 서브그래프)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코드: 레스토랑 + 주방 서브그래프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자식: 주방 서브그래프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주방 서브그래프 (같은 State 사용)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check_ingredients(state):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print(f"재고 확인: {state['menu']}")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{"status": "ok"}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assign_chef(state):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if "오마카세" in state["menu"]: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return {"chef_name": "Master Jiro",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   "cooking_time": "40분"}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return {"chef_name": "Chef Kim",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"cooking_time": "20분"}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kitchen = StateGraph(ReservationState)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kitchen.add_node("check", check_ingredients)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kitchen.add_node("assign", assign_chef)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... edges, compile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부모: 레스토랑 그래프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부모 그래프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parent = StateGraph(ReservationState)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parent.add_node("menu_recommend",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   menu_recommender)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# 서브그래프를 노드로 등록!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parent.add_node("kitchen",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   kitchen_subgraph)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parent.add_edge(START, "menu_recommend")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parent.add_edge("menu_recommend",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    "kitchen")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parent.add_edge("kitchen", END)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app = parent.compile()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핵심: add_node('이름', 컴파일된_서브그래프) — 서브그래프를 노드처럼 사용!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State 공유형은 부모와 자식이 같은 ReservationState를 사용하므로 데이터가 자동 전달됨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흐름 &amp; 정리: Subgraph (State 공유)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실행 흐름: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START → menu_recommend → [kitchen 서브그래프]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                 ├→ check_ingredients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                 └→ assign_chef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             →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State 공유형 장점: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구현이 간단 (add_node 한 줄이면 끝)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State가 자동으로 부모 ↔ 자식 간 전달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서브그래프 내부의 노드 실행 결과가 바로 부모 State에 반영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State 공유형 단점: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부모와 자식이 같은 State를 써야 함 (결합도가 높음)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외부 서비스 등 독립적인 시스템과는 맞지 않을 수 있음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Subgraph (State 분리)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부모와 자식이 서로 다른 State를 사용하는 패턴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왜 State를 분리해야 하는가?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외부 시스템은 우리 State 구조를 모릅니다!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레스토랑에서 배달 업체에 주문할 때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레스토랑: 메뉴명, 고객 주소, 테이블 번호, 결제 정보...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배달 업체: 주소, 물건 정보, 배달 상태만 필요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→ 레스토랑 정보를 배달 업체 양식에 맞춰 "변환"해서 전달!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State 분리가 필요한 경우: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외부 API, 결제 시스템, 배송 시스템과 연동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독립적으로 개발된 서브시스템 통합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보안상 일부 데이터만 전달해야 할 때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 아이디어: "브릿지 노드"가 부모 State ↔ 자식 State 변환을 담당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코드: 브릿지 노드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부모 State (레스토랑)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RestaurantState(TypedDict):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menu: str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customer_address: str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final_status: str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21208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자식 State (배달 업체)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DeliveryState(TypedDict):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address: str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package_info: str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delivery_status: str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515600" cy="3017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브릿지 노드: 부모 State → 자식 State → 부모 State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call_delivery_service(state: RestaurantState):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Step 1: 부모 → 자식 변환 (필요한 정보만 전달)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delivery_input = {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"address": state["customer_address"],  # 부모의 customer_address → 자식의 address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"package_info": state["menu"],          # 부모의 menu → 자식의 package_info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"delivery_status": "pending"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Step 2: 자식 그래프 실행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result = delivery_graph.invoke(delivery_input)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Step 3: 자식 → 부모 변환 (결과만 가져옴)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{"final_status": result["delivery_status"]}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정리: Subgraph 두 가지 방식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┌──────────────────┬──────────────────────────┬──────────────────────────┐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    │ State 공유형             │ State 분리형    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├──────────────────┼──────────────────────────┼──────────────────────────┤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State 구조       │ 부모 = 자식 (동일)       │ 부모 =/= 자식 (다름)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연결 방법        │ add_node(name, subgraph) │ 노드 함수에서 invoke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데이터 전달      │ 자동                     │ 수동 (브릿지 노드)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장점             │ 간단, 코드 적음          │ 독립성, 보안, 유연성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사용 사례        │ 내부 모듈 분리           │ 외부 시스템 연동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└──────────────────┴──────────────────────────┴──────────────────────────┘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선택 기준:</a:t>
            </a:r>
          </a:p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- 같은 팀이 만든 모듈? → State 공유형 (간단)</a:t>
            </a:r>
          </a:p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- 외부 시스템이나 독립 서비스? → State 분리형 (안전)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Multi-Agent: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중앙 관리자가 워커 에이전트를 지휘하는 패턴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Supervisor 패턴이란?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하나의 "관리자(Supervisor)"가 여러 "작업자(Worker)"를 지휘하는 구조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비유: 편집장과 기자들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편집장 → "기자A, 조사해와" → 기자A 결과 확인 → "기자B, 글 써" → 기자B 결과 확인 → 완료!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아키텍처: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사용자 요청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 ↓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[Supervisor] ──→ [Researcher] → 조사 → [Supervisor]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          ──→ [Writer]     → 작성 → [Supervisor]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          ──→ FINISH (완료!)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핵심: 모든 Worker는 작업 후 반드시 Supervisor에게 돌아감!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Supervisor가 다음에 누가 일할지 매번 결정 (중앙 집중식)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Supervisor 노드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pydantic import BaseModel, Field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typing import Literal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Supervisor의 결정을 구조화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class RouteResponse(BaseModel):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next_step: Literal["researcher", "writer", "FINISH"]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reason: str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supervisor_llm = model.with_structured_output(RouteResponse)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supervisor_node(state: TeamState):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system_prompt = 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당신은 블로그 작성 팀 관리자입니다.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1. researcher에게 조사를 시킵니다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2. writer에게 글 작성을 시킵니다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3. 완료되면 FINISH를 선택합니다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messages = [SystemMessage(content=system_prompt)] + state["messages"]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decision = supervisor_llm.invoke(messages)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if decision.next_step == "FINISH":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return Command(goto=END)           # 종료!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return Command(goto=decision.next_step)  # 해당 Worker로 이동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Worker 노드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Researcher 노드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researcher_node(state: TeamState):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system_msg = SystemMessage(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content="IT 트렌드 전문 리서처"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messages = [system_msg] 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  + state["messages"]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response = model.invoke(messages)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Command(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update={"messages":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[HumanMessage(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content=response.content,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name="Researcher")]},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goto="supervisor"  # 관리자에게 복귀!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212080" cy="3200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Writer 노드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writer_node(state: TeamState):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system_msg = SystemMessage(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content="테크 블로그 전문 작가"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messages = [system_msg] 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  + state["messages"]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response = model.invoke(messages)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Command(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update={"messages":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[HumanMessage(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content=response.content,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name="Writer")]},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goto="supervisor"  # 관리자에게 복귀!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패턴: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Worker는 작업 후 항상 goto='supervisor'로 복귀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name='Researcher' / 'Writer' — Supervisor가 누가 한 작업인지 구분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HumanMessage로 보내는 이유: 다음 LLM 호출에서 "이전 대화"로 인식됨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Supervisor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그래프 구성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 = StateGraph(TeamState)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workflow.add_node("supervisor", supervisor_node)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workflow.add_node("researcher", researcher_node)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workflow.add_node("writer", writer_node)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workflow.add_edge(START, "supervisor")  # 항상 Supervisor부터 시작!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실행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result = app.invoke({"messages": [HumanMessage("AI 트렌드 블로그 작성해줘")]})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실행 흐름 예시: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1. Supervisor: "먼저 조사가 필요" → goto='researcher'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2. Researcher: 조사 완료 → goto='supervisor'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3. Supervisor: "이제 글 작성" → goto='writer'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4. Writer: 작성 완료 → goto='supervisor'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5. Supervisor: "다 됐다" → goto=END (FINISH)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Multi-Agent: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에이전트끼리 직접 업무를 넘기는 분산형 패턴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Handoff 패턴이란?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중앙 관리자 없이 에이전트끼리 직접 업무를 넘기는 분산형 구조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비유: 고객센터 전화 연결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안내 데스크 → "기술 문제군요, 기술팀으로 연결해드릴게요" → 기술팀 직접 응대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아키텍처: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[Receptionist] ──(기술 문의)──→ [Tech Support]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            ←──(이관)──────────────│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                                   │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            ──(결제 문의)──→ [Billing]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               ←──(이관)──────────│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핵심: 각 에이전트가 자기 전용 "핸드오프 도구"를 가지고 있음!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도구를 호출하면 → Command(goto='다른에이전트')로 업무 이관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Handoff 도구 (Transfer Tools)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langchain_core.tools import 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langchain_core.messages import ToolMessage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transfer_to_tech_support(runtime):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"""기술 문제를 기술팀으로 연결하는 도구"""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tool_id = runtime.tool_call_id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Command(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update={"messages": [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ToolMessage(content="기술팀으로 연결됨",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      tool_call_id=tool_id)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]},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goto="tech_support"       # 기술팀 에이전트로 이동!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transfer_to_billing(runtime):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"""결제/환불 문제를 환불팀으로 연결하는 도구"""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tool_id = runtime.tool_call_id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Command(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update={"messages": [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ToolMessage(content="환불팀으로 연결됨",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        tool_call_id=tool_id)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]},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goto="billing"            # 환불팀 에이전트로 이동!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에이전트 노드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안내 데스크 (시작점)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receptionist_node(state):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system = "고객 분류 후\n"\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"기술문의→transfer_to_tech\n"\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"결제문의→transfer_to_billing"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tools = [transfer_to_tech_support,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 transfer_to_billing]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llm = model.bind_tools(tools)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msgs = [SystemMessage(content=system)]\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+ state["messages"]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{"messages": [llm.invoke(msgs)]}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21208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# 기술팀 에이전트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tech_node(state):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system = "기술 문제 해결\n"\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"환불→transfer_to_billing\n"\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"해결→transfer_to_reception"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tools = [transfer_to_billing,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 transfer_to_reception]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llm = model.bind_tools(tools)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msgs = [SystemMessage(content=system)]\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+ state["messages"]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{"messages": [llm.invoke(msgs)]}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패턴: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각 에이전트는 자기가 연결할 수 있는 도구만 가짐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bind_tools(tools) — LLM에 사용 가능한 도구 목록을 알려줌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LLM이 상황을 판단해서 적절한 transfer 도구를 호출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Supervisor 없이도 자율적으로 업무 이관 가능!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그래프 조립 (ToolNode)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langgraph.prebuilt import ToolNode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모든 도구를 ToolNode에 등록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all_tools = [transfer_to_tech_support,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transfer_to_billing,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transfer_to_reception]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tool_node = ToolNode(all_tools)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그래프 구성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StateGraph(AgentState)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workflow.add_node("receptionist", receptionist_node)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workflow.add_node("tech_support", tech_node)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workflow.add_node("billing", billing_node)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workflow.add_node("tools", tool_node)    # 도구 실행 노드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"receptionist")  # 항상 안내 데스크부터 시작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각 에이전트 → tools (도구 실행)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workflow.add_edge("receptionist", "tools")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workflow.add_edge("tech_support", "tools")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workflow.add_edge("billing", "tools")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app = workflow.compile()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ToolNode = 도구를 실행해주는 내장 노드 (도구 안의 Command(goto)가 다음 경로를 결정!)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Handoff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실행 예시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result = app.invoke({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"messages": [HumanMessage("노트북 충전이 안 돼요. 어제 산건데 환불도 가능한가요?")]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예상 흐름: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1. receptionist: "기술 문제군요" → transfer_to_tech_support 도구 호출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2. tools: 도구 실행 → Command(goto='tech_support')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3. tech_support: "충전 문제 안내... 환불은 환불팀으로" → transfer_to_billing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4. tools: 도구 실행 → Command(goto='billing')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5. billing: "환불 절차 안내" → transfer_to_reception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6. tools: 도구 실행 → Command(goto='receptionist')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7. receptionist: "더 도와드릴 것이 있나요?"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Supervisor vs Handoff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┌──────────────────┬──────────────────────────┬──────────────────────────┐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    │ Supervisor (중앙 집중형) │ Handoff (분산형)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├──────────────────┼──────────────────────────┼──────────────────────────┤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구조             │ 관리자가 Worker를 지휘   │ Agent끼리 직접 이관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비유             │ 편집장 + 기자들          │ 고객센터 전화 연결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라우팅 방식      │ Supervisor LLM 판단      │ 각 Agent의 도구 호출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Worker 복귀      │ 항상 Supervisor로 복귀   │ 다음 Agent로 직접 이동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전체 상황 파악   │ Supervisor가 전체 파악   │ 각자 자기 영역만 파악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유연성           │ 중간 (관리자 의존)       │ 높음 (자율적)   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사용 사례        │ 팀 프로젝트, 순서 중요   │ 고객센터, 독립 부서 연동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핵심 API         │ with_structured_output   │ bind_tools + ToolNode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    │ + Command(goto)          │ + Command(goto) 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└──────────────────┴──────────────────────────┴──────────────────────────┘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8개 패턴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[기초 - Interrupt]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1. Dynamic Interrupt      interrupt() + Command(resume=)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2. Interrupts in Tools    @tool 안에서 interrupt()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3. Validating Input       while 루프 + interrupt()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[중급 - Dynamic Routing]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4. Command(goto=)         런타임에 다음 노드를 동적 결정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[고급 - Subgraph]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5. State 공유형           add_node(name, subgraph)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6. State 분리형           노드 함수에서 subgraph.invoke()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[심화 - Multi-Agent]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7. Supervisor             중앙 관리자 + Worker (with_structured_output)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8. Handoff                Agent 직접 이관 (bind_tools + ToolNode)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API 총정리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interrupt(질문)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그래프 실행을 멈추고 사용자에게 질문 전달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Command(resume=값)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멈춘 그래프에 답변을 보내고 실행 재개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Command(goto='노드명')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런타임에 다음 실행 노드를 동적으로 결정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Command(update={}, goto='노드명')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State 업데이트 + 노드 이동을 동시에 수행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InMemorySaver / checkpointer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interrupt 사용 시 필수! 멈춘 시점의 상태를 저장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model.with_structured_output(Schema)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LLM 출력을 Pydantic 모델로 강제 (Supervisor 라우팅에 사용)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model.bind_tools(tools) / ToolNode(tools)</a:t>
            </a:r>
          </a:p>
          <a:p>
            <a:pPr algn="l">
              <a:spcAft>
                <a:spcPts val="85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LLM에 도구 연결 / 도구 실행 노드 (Handoff에 사용)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맑은 고딕"/>
              </a:defRPr>
            </a:pPr>
            <a:r>
              <a:t>질문이 있으신가요?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오늘 배운 8가지 패턴을 직접 실습해보세요!</a:t>
            </a:r>
          </a:p>
          <a:p>
            <a:pPr algn="ctr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코드를 바꿔가며 실행하면 이해가 더 깊어집니다.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