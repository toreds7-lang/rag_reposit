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2강. LangGraph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  <a:latin typeface="맑은 고딕"/>
              </a:defRPr>
            </a:pPr>
            <a:r>
              <a:t>State, Node, Edge로 AI 에이전트 구축하기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  <a:latin typeface="맑은 고딕"/>
              </a:defRPr>
            </a:pPr>
            <a:r>
              <a:t>LangGraph 기반 AI 에이전트 프레임워크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이번 강의를 마치면 다음을 할 수 있습니다: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1. LangGraph의 핵심 개념 (State, Node, Edge)을 설명할 수 있다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2. 도구(Tool)를 활용하는 사칙연산 에이전트를 직접 구현할 수 있다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3. 조건부 분기(Router 패턴)를 사용한 이메일 처리 에이전트를 만들 수 있다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4. 규칙 기반 분류와 LLM 기반 분류의 차이를 이해하고 적용할 수 있다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실습 내용: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Part 1: 사칙연산 에이전트 (기초)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Part 2: 이메일 처리 에이전트 - 규칙 기반 (Router 패턴)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Part 3: 이메일 처리 에이전트 - LLM 기반 (개선된 분류)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LangGraph란?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LangChain 생태계의 그래프 기반 에이전트 프레임워크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LangChain: LLM 기반 애플리케이션을 위한 프레임워크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LangGraph: LangChain 위에서 복잡한 워크플로우를 구현하는 도구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핵심 아이디어: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"AI 에이전트의 실행 흐름을 그래프(Graph)로 표현한다"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노드(Node) = 작업을 수행하는 함수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엣지(Edge) = 노드 간의 연결선 (실행 순서)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상태(State) = 노드들이 공유하는 데이터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왜 그래프인가?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- 복잡한 분기/반복 로직을 시각적으로 표현 가능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- 각 단계를 독립적으로 테스트 가능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- 실행 흐름을 쉽게 수정/확장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AI 에이전트란?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AI 에이전트 = LLM + 도구(Tool) + 판단력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일반 챗봇과의 차이: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챗봇: 사용자 질문 -&gt; 텍스트 답변 (끝)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에이전트: 사용자 질문 -&gt; 판단 -&gt; 도구 사용 -&gt; 결과 확인 -&gt; 최종 답변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비유로 이해하기: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챗봇 = "전화 상담원" (말만 할 수 있음)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에이전트 = "현장 직원" (직접 시스템을 조작하고 결과를 확인함)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에이전트의 핵심 능력: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1. 어떤 도구를 사용할지 스스로 판단 (LLM의 추론 능력)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2. 도구를 실행하고 결과를 확인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3. 필요하면 추가 도구를 사용하거나 최종 답변 생성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예시: "3+4를 구하고 결과에 7을 곱해줘"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-&gt; LLM이 add(3,4) 호출 판단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-&gt; 결과 7 확인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-&gt; multiply(7,7) 호출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-&gt; 49 답변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LangGraph 3대 핵심 요소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구성 요소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비유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State (상태)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에이전트 실행 중 모든 노드가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공유하는 데이터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공유 메모장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(모든 직원이 볼 수 있는 칠판)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Node (노드)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실제 작업을 수행하는 함수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(LLM 호출, 도구 실행 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작업자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(각자 맡은 업무를 수행)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Edge (엣지)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노드 간의 연결선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실행 순서와 조건을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연결 통로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(다음 작업자에게 전달)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  <a:latin typeface="맑은 고딕"/>
              </a:defRPr>
            </a:pPr>
            <a:r>
              <a:t>정리: State에 데이터를 저장하고, Node가 작업을 수행하며, Edge가 순서를 결정합니다.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그래프 구조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LangGraph는 방향 그래프(Directed Graph)를 사용합니다.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방향 그래프: 화살표가 있는 그래프 (A -&gt; B는 되지만, B -&gt; A는 별도 설정 필요)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모든 그래프에는 시작점(START)과 끝점(END)이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solidFill>
            <a:srgbClr val="F5F8FF"/>
          </a:solidFill>
          <a:ln w="1270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START  --&gt;  [Node A]  --&gt;  [Node B]  --&gt;  END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예시: START --&gt; [LLM 호출] --&gt; [도구 실행] --&gt; [LLM 호출] --&gt;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두 가지 종류의 엣지: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1. 고정 엣지: A 다음에 항상 B 실행 (add_edge)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2. 조건부 엣지: 조건에 따라 B 또는 C로 분기 (add_conditional_edges)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조건부 분기 (Conditional Edge)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프로그래밍의 if-else와 같은 개념입니다.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"LLM 응답에 도구 호출이 포함되어 있으면 도구를 실행하고,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아니면 대화를 종료한다"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이런 판단을 그래프에서 표현하는 방법이 조건부 엣지입니다.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00400"/>
            <a:ext cx="8046720" cy="2286000"/>
          </a:xfrm>
          <a:prstGeom prst="rect">
            <a:avLst/>
          </a:prstGeom>
          <a:solidFill>
            <a:srgbClr val="F5F8FF"/>
          </a:solidFill>
          <a:ln w="1270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[llm_call 노드]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(도구 호출 있나?)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/          \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Yes           No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/               \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[tool_node]            [END]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[llm_call] (다시)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Tool (도구)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LLM은 텍스트 생성만 가능합니다. 실제 계산/검색/API 호출은 못합니다.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도구(Tool) = LLM이 사용할 수 있는 Python 함수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작동 방식: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1. LLM이 사용자 질문을 분석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2. "이 질문에는 multiply 함수가 필요하다"고 판단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3. 함수 이름과 인자를 JSON으로 반환 (tool_calls)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4. 시스템이 실제 함수를 실행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5. 결과를 LLM에게 다시 전달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6. LLM이 결과를 바탕으로 최종 답변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0"/>
            <a:ext cx="8046720" cy="1280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6634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@tool 데코레이터로 일반 함수를 도구로 변환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multiply(a: int, b: int) -&gt; int: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"""Multiply a and b."""   # &lt;-- LLM이 이 설명을 읽고 사용 여부 판단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a *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66CC"/>
                </a:solidFill>
                <a:latin typeface="맑은 고딕"/>
              </a:defRPr>
            </a:pPr>
            <a:r>
              <a:t>Part 1. 사칙연산 에이전트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목표: LangGraph의 기본 구조를 이해하고, 사칙연산 에이전트를 직접 구현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구현 단계: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Step 1. Model 및 Tool 정의 (LLM 모델 + 사칙연산 함수)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Step 2. State 정의 (공유 데이터 구조)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Step 3. Node 정의 (LLM 호출 노드 + 도구 실행 노드)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Step 4. Graph 생성 (노드와 엣지 연결)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Step 5. 에이전트 실행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89120"/>
            <a:ext cx="8046720" cy="1371600"/>
          </a:xfrm>
          <a:prstGeom prst="rect">
            <a:avLst/>
          </a:prstGeom>
          <a:solidFill>
            <a:srgbClr val="F5F8FF"/>
          </a:solidFill>
          <a:ln w="1270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START --&gt; [llm_call] --&gt; (도구 필요?) --Yes--&gt; [tool_node] --&gt; [llm_call] (반복)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        No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       [END]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1. 모델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init_chat_model() 함수로 LLM 모델을 생성합니다.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모델 이름만 넣으면 자동으로 해당 provider를 감지합니다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temperature=0: 일관된 응답 (창의성 없음, 수학 계산에 적합)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temperature=1: 창의적 응답 (글쓰기 등에 적합)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00400"/>
            <a:ext cx="8046720" cy="1481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0"/>
            <a:ext cx="7772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langchain.chat_models import init_chat_model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model = init_chat_model(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"gpt-4o-mini",    # 사용할 모델명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temperature=0     # 응답의 일관성을 최대화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1. 도구(Tool)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@tool 데코레이터로 일반 Python 함수를 LangChain 도구로 변환합니다.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LLM은 함수의 이름과 docstring을 읽고 언제 사용할지 스스로 판단합니다.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8046720" cy="490118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7772400" cy="4718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from langchain.tools import tool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multiply(a: int, b: int) -&gt; int: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"""Multiply a and b.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Args: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a: First 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b: Second 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a *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add(a: int, b: int) -&gt; int: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"""Adds a and b."""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a +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divide(a: int, b: int) -&gt; float: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"""Divide a and b."""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a /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도구 목록 생성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tools = [multiply, add, divide]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1. 모델과 도구 바인딩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bind_tools()로 모델에게 "이런 도구들을 사용할 수 있다"고 알려줍니다.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바인딩 후 모델을 호출하면, 직접 답변하거나 도구 호출을 요청합니다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실제 도구 실행은 모델이 아니라 별도의 tool_node에서 처리합니다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017520"/>
            <a:ext cx="8046720" cy="1481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7772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모델에 도구 목록 연결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model_with_tools = model.bind_tools(tools)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이제 model_with_tools를 호출하면: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- 직접 답변 가능한 질문 -&gt; 텍스트 응답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- 도구가 필요한 질문 -&gt; tool_calls 포함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중요 포인트: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  bind_tools()는 모델에게 도구 "정보"만 전달합니다.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  실제 함수 실행은 별도의 tool_node가 담당합니다!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2. State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State = 에이전트 실행 중 모든 노드가 공유하는 데이터 구조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TypedDict로 타입을 명시하여 안정성 확보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Annotated + operator.add: 새 메시지가 오면 기존 목록에 "추가"(append)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(덮어쓰기가 아님!)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017520"/>
            <a:ext cx="80467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langchain.messages import AnyMessage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typing_extensions import TypedDict, Annotated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import operator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class MessagesState(TypedDict):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새 메시지는 기존 목록에 추가됨 (operator.add)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messages: Annotated[list[AnyMessage], operator.add]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LLM 호출 횟수 카운터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llm_calls: 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operator.add의 동작: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  기존: [msg1, msg2]  +  새로운: [msg3]  =  결과: [msg1, msg2, msg3]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3. Node 정의 (1) - llm_call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llm_call 노드: LLM을 호출하여 응답을 생성하거나 도구 사용을 요청합니다.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8046720" cy="38953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7772400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from langchain.messages import SystemMessage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llm_call(state):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"""LLM이 답변하거나 도구 사용을 요청하는 Node"""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# SystemMessage로 LLM에게 역할 부여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response = model_with_tools.invoke(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SystemMessage(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   content="당신은 사칙연산을 하는 유능한 Agent입니다."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] + state["messages"]  # 시스템 메시지 + 기존 대화 기록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"messages": [response],                      # 새 응답 추가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"llm_calls": state.get('llm_calls', 0) + 1  # 호출 횟수 증가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핵심: 노드 함수는 state를 받아서 변경된 부분만 딕셔너리로 반환합니다.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LangGraph가 자동으로 State에 병합합니다.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3. Node 정의 (2) - tool_node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tool_node: LLM이 요청한 도구를 실제로 실행하는 노드입니다.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8046720" cy="5303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7772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from langchain.messages import ToolMessage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도구 이름 -&gt; 함수 매핑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tools_by_name = {tool.name: tool for tool in tools}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tool_node(state):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"""LLM이 요청한 도구를 실행하는 Node"""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result = []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for tool_call in state["messages"][-1].tool_calls: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# 1. 도구 이름으로 함수 찾기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tool = tools_by_name[tool_call["name"]]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# 2. 함수 실행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tool_result = tool.invoke(tool_call["args"])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# 3. 결과를 ToolMessage로 포장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result.append(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ToolMessage(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   content=tool_result,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   tool_call_id=tool_call["id"]  # 요청-응답 매칭 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{"messages": result}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4. 그래프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StateGraph로 그래프를 만들고, 노드와 엣지를 추가합니다.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8046720" cy="268833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777240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from langgraph.graph import StateGraph, START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1. 그래프 빌더 생성 (State 스키마 지정)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agent_builder = StateGraph(MessagesState)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2. 노드 등록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agent_builder.add_node("llm_call", llm_call)    # LLM 호출 노드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agent_builder.add_node("tool_node", tool_node)   # 도구 실행 노드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3. 고정 엣지 연결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agent_builder.add_edge(START, "llm_call")        # 시작 -&gt; LLM 호출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agent_builder.add_edge("tool_node", "llm_call")  # 도구 실행 후 -&gt; LLM 다시 호출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add_node(이름, 함수): 그래프에 노드(작업자)를 추가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add_edge(출발, 도착): 항상 실행되는 연결선을 추가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START: 그래프 실행의 시작점 (특수 상수)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4. 조건부 엣지 (Conditional Edge)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LLM 응답에 따라 다음 노드를 동적으로 결정합니다.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8046720" cy="36941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777240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from langgraph.graph import END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should_continue(state: MessagesState):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"""다음 단계를 결정하는 라우팅 함수"""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last_message = state['messages'][-1]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if last_message.tool_calls: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return "tool_node"   # 도구 사용 요청 -&gt; tool_node 실행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return END           # 최종 답변 완성 -&gt; 종료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조건부 엣지 연결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agent_builder.add_conditional_edges(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'llm_call',         # 출발 노드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should_continue,    # 다음 노드를 결정하는 함수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[END, 'tool_node']  # 가능한 목적지 목록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핵심: should_continue 함수가 반환하는 문자열이 다음 실행할 노드의 이름입니다.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4. 전체 실행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"3과 4를 더하고 결과에 7을 곱해줘" 실행 흐름: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8046720" cy="4114800"/>
          </a:xfrm>
          <a:prstGeom prst="rect">
            <a:avLst/>
          </a:prstGeom>
          <a:solidFill>
            <a:srgbClr val="F5F8FF"/>
          </a:solidFill>
          <a:ln w="1270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[1] START --&gt; llm_call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입력: "3과 4를 더하고 결과에 7을 곱해줘"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LLM 판단: add(3,4) 호출 필요 -&gt; tool_calls 반환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[2] llm_call --&gt; tool_node (should_continue: tool_calls 있음)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tool_node: add(3,4) 실행 -&gt; 결과: 7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[3] tool_node --&gt; llm_call (고정 엣지)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LLM 판단: multiply(7,7) 호출 필요 -&gt; tool_calls 반환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[4] llm_call --&gt; tool_node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tool_node: multiply(7,7) 실행 -&gt; 결과: 49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[5] tool_node --&gt; llm_call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LLM: "결과는 49입니다" (tool_calls 없음)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[6] llm_call --&gt; END (should_continue: tool_calls 없음)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Step 5. 에이전트 실행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8046720" cy="268833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777240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그래프 컴파일 (에이전트 완성)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agent = agent_builder.compile()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에이전트 실행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langchain.messages import HumanMessage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messages = [HumanMessage(content="3과 4를 더해줘")]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response = agent.invoke({"messages": messages})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최종 답변 확인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print(response["messages"][-1].content)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출력: "3과 4를 더한 결과는 7입니다."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invoke() 메서드: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에이전트를 동기적으로 실행하고 최종 결과를 반환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입력 형식: {"messages": [메시지 목록]}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반환값: 전체 State (messages, llm_calls 등)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compile() 메서드: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그래프 정의를 실행 가능한 에이전트로 변환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노드/엣지 유효성 검사 수행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  <a:latin typeface="맑은 고딕"/>
              </a:defRPr>
            </a:pPr>
            <a:r>
              <a:t>Part 2. 이메일 처리 에이전트 (규칙 기반)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목표: Router 패턴을 구현하여 조건에 따라 다른 처리 경로로 분기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시나리오: 고객 이메일을 자동으로 분류하고 처리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환불/긴급 키워드 포함 -&gt; 상담원에게 이관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일반 문의 -&gt; 자동 답변 생성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핵심 패턴: Router (라우터)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"입력을 분석해서 적절한 처리 경로로 보내는 것"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(도로의 분기점처럼 어디로 갈지 결정)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0"/>
            <a:ext cx="8046720" cy="2103120"/>
          </a:xfrm>
          <a:prstGeom prst="rect">
            <a:avLst/>
          </a:prstGeom>
          <a:solidFill>
            <a:srgbClr val="F5F8FF"/>
          </a:solidFill>
          <a:ln w="1270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START --&gt; [이메일 읽기] --&gt; [의도 분류]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(complaint? / inquiry?)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/                  \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[상담원 이관]            [매뉴얼 검색]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|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[END]               [답변 생성]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                     [END]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2. State 정의 - 이메일 처리용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이메일 처리에 특화된 State 구조를 정의합니다.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Part 1과 달리 messages가 아닌 각 단계의 결과를 개별 필드로 관리합니다.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8046720" cy="16824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777240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typing_extensions import TypedDict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class AgentState(TypedDict):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email_content: str  # 처리할 이메일 원본 내용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category: str       # 분류 결과 ('complaint' 또는 'inquiry')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next_step: str      # 다음 처리 단계 (라우팅에 사용)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response: str       # 최종 AI 생성 답변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38912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email_content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처리할 이메일 원본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분류 결과 (complaint/inquiry)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next_step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라우팅 방향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AI가 생성한 답변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2. Node 정의 - 이메일 읽기 &amp; 분류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36941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777240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[Node 1] 이메일 읽기 (패스스루)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read_email(state: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{'email_content': state['email_content']}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[Node 2] 의도 분류 (규칙 기반 - 키워드 매칭)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classify_intent(state: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email = state['email_content']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# 키워드 기반 분류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if '환불' in email or '긴급' in email or '빨리' in email: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category = 'complaint'           # 불만/긴급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next_step = 'escalate_to_human'  # 상담원 이관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category = 'inquiry'             # 일반 문의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next_step = 'search_manual'      # 매뉴얼 검색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{'category': category, 'next_step': next_step}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포인트: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read_email: 현재는 단순 전달이지만, 실무에서는 이메일 파싱/전처리 담당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classify_intent: 키워드 매칭으로 분류 (빠르지만 한계 있음)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 - '환불'은 감지하지만 '환급'은 감지 못함 -&gt; Part 3에서 개선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2. Node 정의 - 검색, 이관, 답변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329183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777240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[Node 3-A] 매뉴얼 검색 (자동 처리 트랙)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search_manual(state: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print('매뉴얼을 검색합니다')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 # 실제로는 RAG 시스템과 연동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[Node 3-B] 상담원 이관 (긴급 이슈 트랙)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escalate_to_human(state: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print('상담원 이관합니다')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 # 실제로는 CRM 티켓 생성, 슬랙 알림 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[Node 4] 답변 생성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write_reply(state: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email = state['email_content']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response = model.invoke(email)  # LLM으로 답변 생성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{'response': response}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실무 확장 포인트: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  search_manual -&gt; 벡터 DB 검색 (RAG) 시스템 연동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  escalate_to_human -&gt; CRM API 호출, Slack 알림, 이메일 전송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  write_reply -&gt; 검색 결과를 포함한 프롬프트로 더 정확한 답변 생성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2. 그래프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7114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7772400" cy="693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from langgraph.graph import StateGraph, START, END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 = StateGraph(AgentState)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# 노드 등록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agent_builder.add_node('read_email', read_email)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agent_builder.add_node('classify_intent', classify_intent)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agent_builder.add_node('search_manual', search_manual)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agent_builder.add_node('escalate_to_human', escalate_to_human)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agent_builder.add_node('write_reply', write_reply)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# 고정 엣지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agent_builder.add_edge(START, 'read_email')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agent_builder.add_edge('read_email', 'classify_intent')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# 라우팅 함수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def route_email(state: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    if state['next_step'] == 'escalate_to_human':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return 'escalate_to_human'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return 'search_manual'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# 조건부 엣지 (분류 결과에 따라 분기)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agent_builder.add_conditional_edges(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    'classify_intent', route_email,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    ['escalate_to_human', 'search_manual']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# 나머지 고정 엣지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agent_builder.add_edge('search_manual', 'write_reply')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agent_builder.add_edge('write_reply', END)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agent_builder.add_edge('escalate_to_human', END)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0000"/>
                </a:solidFill>
                <a:latin typeface="Consolas"/>
              </a:defRPr>
            </a:pPr>
            <a:r>
              <a:t>agent = agent_builder.compile()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2. 실행 테스트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36941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777240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테스트 1: 일반 문의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response = agent.invoke({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"email_content": "비밀번호 변경은 어떻게 하나요?"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결과: category='inquiry', 자동 답변 생성됨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테스트 2: 환불 요청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response = agent.invoke({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"email_content": "환불해주세요. 제품이 불량입니다."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결과: category='complaint', 상담원 이관 처리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테스트 3: '환급' 키워드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response = agent.invoke({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"email_content": "환급 요청합니다."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결과: category='inquiry' (!)  &lt;- 키워드 미매칭!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40000"/>
                </a:solidFill>
                <a:latin typeface="맑은 고딕"/>
              </a:defRPr>
            </a:pPr>
            <a:r>
              <a:t>문제 발견:</a:t>
            </a:r>
          </a:p>
          <a:p>
            <a:pPr>
              <a:spcAft>
                <a:spcPts val="400"/>
              </a:spcAft>
              <a:defRPr sz="1400">
                <a:solidFill>
                  <a:srgbClr val="B40000"/>
                </a:solidFill>
                <a:latin typeface="맑은 고딕"/>
              </a:defRPr>
            </a:pPr>
            <a:r>
              <a:t>  '환불'은 감지하지만, '환급'은 키워드 목록에 없어서 일반 문의로 분류됨!</a:t>
            </a:r>
          </a:p>
          <a:p>
            <a:pPr>
              <a:spcAft>
                <a:spcPts val="400"/>
              </a:spcAft>
              <a:defRPr sz="1400">
                <a:solidFill>
                  <a:srgbClr val="B40000"/>
                </a:solidFill>
                <a:latin typeface="맑은 고딕"/>
              </a:defRPr>
            </a:pPr>
            <a:r>
              <a:t>  -&gt; 규칙 기반 분류의 근본적 한계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규칙 기반 분류의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규칙 기반 (키워드 매칭) 분류의 문제점: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1. 키워드를 계속 추가/관리해야 함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 - '환불', '환급', '반품', '취소', '돌려주세요'... 끝이 없음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2. 문맥을 이해하지 못함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 - "환불 정책이 궁금합니다" -&gt; 불만이 아닌 단순 문의인데 '환불' 키워드로 이관됨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3. 새로운 표현에 대응 불가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 - "이거 돈 다시 줄 수 있나요?" -&gt; 키워드 없음, 감지 실패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해결책: LLM 기반 분류!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- LLM이 문맥과 의도를 직접 파악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- 키워드 목록 없이도 다양한 표현을 정확하게 분류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  - Part 3에서 구현합니다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  <a:latin typeface="맑은 고딕"/>
              </a:defRPr>
            </a:pPr>
            <a:r>
              <a:t>Part 3. LLM 기반 이메일 분류 에이전트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목표: 규칙 기반 분류의 한계를 LLM으로 극복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핵심 변경점: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classify_intent (키워드 매칭) -&gt; classify_node (LLM 판단)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LLM 기반 분류의 장점: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키워드 목록 관리 불필요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문맥과 의도를 이해하여 더 정확한 분류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'환급', '돈 돌려줘' 등 다양한 표현 처리 가능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추가 개선: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messages 기반 State로 대화 기록 관리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맑은 고딕"/>
              </a:defRPr>
            </a:pPr>
            <a:r>
              <a:t>  도구(Tool) 활용 상담 AI (consultant_node)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규칙 기반 vs LLM 기반 분류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규칙 기반 (Part 2)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LLM 기반 (Part 3)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분류 방법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키워드 매칭 (if-else)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LLM이 문맥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'환불'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O (키워드 매칭)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O (의미 이해)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'환급'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X (키워드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O (유사 의미 이해)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문맥 이해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유지보수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키워드 계속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프롬프트만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무료 (코드 실행)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API 호출 비용 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속도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매우 빠름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맑은 고딕"/>
                        </a:defRPr>
                      </a:pPr>
                      <a:r>
                        <a:t>LLM 호출 시간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선택 기준: 정확도가 중요하면 LLM 기반, 속도/비용이 중요하면 규칙 기반</a:t>
            </a:r>
          </a:p>
          <a:p>
            <a:pPr>
              <a:spcAft>
                <a:spcPts val="400"/>
              </a:spcAft>
              <a:defRPr sz="1300">
                <a:solidFill>
                  <a:srgbClr val="505050"/>
                </a:solidFill>
                <a:latin typeface="맑은 고딕"/>
              </a:defRPr>
            </a:pPr>
            <a:r>
              <a:t>실무에서는 두 방식을 조합하여 사용하기도 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3. classify_node - LLM 기반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System Prompt로 LLM에게 역할과 출력 형식을 지정합니다.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8046720" cy="510235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7772400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classify_node(state: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"""LLM을 사용하여 이메일 의도를 분류"""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last_message = state["messages"][-1]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# 분류용 System Prompt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prompt = 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당신은 고객 센터 관리자입니다.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고객의 이메일을 분석해서 다음 단계를 결정하세요.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1. 단순 문의나 정보 요청 -&gt; 'consultant' 반환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2. 환불 요청, 불만 제기, 화난 고객 -&gt; 'escalate' 반환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답변은 오직 단어 하나만 하세요.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response = model.invoke(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[SystemMessage(content=prompt)] + [last_message]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decision = str(response.content).strip().lower()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if "escalate" in decision: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return {"next_step": "escalate"}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return {"next_step": "consultant"}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3. consultant_node &amp; tool_node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상담 AI가 도구(매뉴얼 검색)를 활용하여 고객에게 답변합니다.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8046720" cy="490118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7772400" cy="4718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매뉴얼 검색 도구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search_manual(query: str)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"""고객 질문에 답변하기 위한 매뉴얼 검색 도구"""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if '비밀번호' in query: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return '비밀번호 변경은 마이페이지 - 보안 설정에 있음'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elif '배송' in query: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return '00택배에서 3일 내 배송 예정임'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return '해당 내용 관련 매뉴얼은 찾을 수 없습니다.'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model_with_tools = model.bind_tools([search_manual])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상담 AI 노드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consultant_node(state: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response = model_with_tools.invoke(state['messages'])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{'messages': [response]}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이관 노드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escalate_node(state: AgentState):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{'messages': 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AIMessage(content='해당 메일은 전문 상담원에게 이관되었습니다.')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]}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3. 그래프 구성 - 이중 조건부 분기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55046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7772400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 = StateGraph(AgentState)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노드 등록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agent_builder.add_node('classify_node', classify_node)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agent_builder.add_node('consultant_node', consultant_node)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agent_builder.add_node('escalate_node', escalate_node)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agent_builder.add_node('tool_node', tool_node)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시작 엣지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agent_builder.add_edge(START, 'classify_node')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조건부 엣지 1: 분류 결과에 따라 분기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agent_builder.add_conditional_edges(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'classify_node', route_after_classify,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{'escalate': 'escalate_node', 'consultant': 'consultant_node'}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조건부 엣지 2: 도구 사용 여부 판단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agent_builder.add_conditional_edges(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'consultant_node', should_continue,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['tool_node', END]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고정 엣지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agent_builder.add_edge('tool_node', 'consultant_node')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agent_builder.add_edge('escalate_node', 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846320"/>
            <a:ext cx="8046720" cy="1645920"/>
          </a:xfrm>
          <a:prstGeom prst="rect">
            <a:avLst/>
          </a:prstGeom>
          <a:solidFill>
            <a:srgbClr val="F5F8FF"/>
          </a:solidFill>
          <a:ln w="1270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START --&gt; [classify_node] --escalate--&gt; [escalate_node] --&gt; END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consultant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[consultant_node] --tool_calls--&gt; [tool_node] --&gt; [consultant_node]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(no tools)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  |</a:t>
            </a:r>
          </a:p>
          <a:p>
            <a:pPr algn="ctr">
              <a:defRPr sz="1300">
                <a:solidFill>
                  <a:srgbClr val="1E1E50"/>
                </a:solidFill>
                <a:latin typeface="Consolas"/>
              </a:defRPr>
            </a:pPr>
            <a:r>
              <a:t>                     [END]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Part 3. 실행 결과 - LLM 기반 분류의 위력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8046720" cy="329183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777240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테스트 1: 일반 문의 ("비밀번호 변경 방법")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response = agent.invoke({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"messages": [HumanMessage(content="비밀번호 변경은 어떻게 하나요?")]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-&gt; classify_node: 'consultant' 판단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-&gt; consultant_node: search_manual 도구 사용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-&gt; 최종 답변: "비밀번호 변경은 마이페이지 - 보안 설정에서..."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테스트 2: 환불 요청 ("환급" - Part 2에서 실패했던 키워드!)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response = agent.invoke({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"messages": [HumanMessage(content="환급 요청합니다.")]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-&gt; classify_node: 'escalate' 판단 (LLM이 의미를 이해!)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-&gt; escalate_node: "전문 상담원에게 이관되었습니다"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-&gt; 성공! 규칙 기반에서 실패했던 케이스 해결!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7800"/>
                </a:solidFill>
                <a:latin typeface="맑은 고딕"/>
              </a:defRPr>
            </a:pPr>
            <a:r>
              <a:t>핵심 성과:</a:t>
            </a:r>
          </a:p>
          <a:p>
            <a:pPr>
              <a:spcAft>
                <a:spcPts val="400"/>
              </a:spcAft>
              <a:defRPr sz="1400">
                <a:solidFill>
                  <a:srgbClr val="007800"/>
                </a:solidFill>
                <a:latin typeface="맑은 고딕"/>
              </a:defRPr>
            </a:pPr>
            <a:r>
              <a:t>  '환급'이라는 키워드를 직접 등록하지 않았는데도</a:t>
            </a:r>
          </a:p>
          <a:p>
            <a:pPr>
              <a:spcAft>
                <a:spcPts val="400"/>
              </a:spcAft>
              <a:defRPr sz="1400">
                <a:solidFill>
                  <a:srgbClr val="007800"/>
                </a:solidFill>
                <a:latin typeface="맑은 고딕"/>
              </a:defRPr>
            </a:pPr>
            <a:r>
              <a:t>  LLM이 "환불과 유사한 의미"라고 판단하여 정확하게 이관 처리!</a:t>
            </a:r>
          </a:p>
          <a:p>
            <a:pPr>
              <a:spcAft>
                <a:spcPts val="400"/>
              </a:spcAft>
              <a:defRPr sz="1400">
                <a:solidFill>
                  <a:srgbClr val="0078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7800"/>
                </a:solidFill>
                <a:latin typeface="맑은 고딕"/>
              </a:defRPr>
            </a:pPr>
            <a:r>
              <a:t>  이것이 LLM 기반 분류의 핵심 장점입니다.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State 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좋은 State 설계를 위한 핵심 원칙: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1. 필요한 것만 포함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모든 노드가 공유하는 정보만 State에 넣습니다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한 노드에서만 쓰는 임시 데이터는 지역 변수로 처리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2. 명확한 타입 정의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TypedDict로 각 필드의 타입을 명시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코드 안정성과 가독성 향상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3. 누적 vs 덮어쓰기 결정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messages처럼 쌓여야 하는 데이터: Annotated + operator.add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최신값만 필요한 데이터: 일반 타입 (덮어쓰기)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4. 라우팅 정보 포함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next_step 같은 필드로 조건부 분기를 제어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 - 노드가 State에 결과를 쓰고, 라우팅 함수가 읽어서 분기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Part 1 State (메시지 중심):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messages + llm_calls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Part 2 State (이메일 처리 특화):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email_content + category + next_step + response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Part 3 State (대화 + 라우팅):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messages + next_step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LangGraph 3대 요소: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State = 공유 데이터 | Node = 작업 함수 | Edge = 실행 순서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에이전트 구축 5단계: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1. Model &amp; Tool 정의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2. State 정의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3. Node 정의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4. Graph 생성 (노드 + 엣지 연결)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5. 컴파일 &amp; 실행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두 가지 엣지: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고정 엣지 (add_edge): 항상 같은 경로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조건부 엣지 (add_conditional_edges): 조건에 따라 분기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분류 방식 비교: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규칙 기반: 빠르고 저렴하지만, 키워드 관리 필요 + 문맥 이해 불가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LLM 기반: 느리고 비용 발생하지만, 의미 이해 + 유연한 분류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핵심 패턴: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Tool Use 패턴: LLM -&gt; 도구 호출 -&gt; 결과 반환 -&gt; 최종 답변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  Router 패턴: 조건에 따라 다른 처리 경로로 분기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  <a:latin typeface="맑은 고딕"/>
              </a:defRPr>
            </a:pPr>
            <a:r>
              <a:t>질문이 있으시면 말씀해 주세요!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