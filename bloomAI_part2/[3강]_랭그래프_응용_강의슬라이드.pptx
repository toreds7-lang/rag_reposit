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LangGraph 응용 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000" b="1">
                <a:solidFill>
                  <a:srgbClr val="000000"/>
                </a:solidFill>
                <a:latin typeface="맑은 고딕"/>
              </a:defRPr>
            </a:pPr>
            <a:r>
              <a:t>3강: 워크플로우 패턴 마스터하기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Prompt Chaining  |  Parallelization  | 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999999"/>
                </a:solidFill>
                <a:latin typeface="맑은 고딕"/>
              </a:defRPr>
            </a:pPr>
            <a:r>
              <a:t>초보자를 위한 단계별 실습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1. Prompt Chaining  —  여러 LLM 호출을 순차적으로 연결하는 방법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2. Parallelization     —  여러 작업을 동시에 병렬로 실행하는 방법</a:t>
            </a:r>
          </a:p>
          <a:p>
            <a:pPr algn="l">
              <a:spcAft>
                <a:spcPts val="2200"/>
              </a:spcAft>
              <a:defRPr sz="2200" b="0">
                <a:solidFill>
                  <a:srgbClr val="000000"/>
                </a:solidFill>
                <a:latin typeface="맑은 고딕"/>
              </a:defRPr>
            </a:pPr>
            <a:r>
              <a:t>3. Routing                —  조건에 따라 실행 경로를 동적으로 선택하는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 강의를 마치면 여러분은:</a:t>
            </a:r>
          </a:p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LangGraph로 복잡한 AI 워크플로우를 설계할 수 있습니다</a:t>
            </a:r>
          </a:p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상황에 맞는 적절한 패턴을 선택할 수 있습니다</a:t>
            </a:r>
          </a:p>
          <a:p>
            <a:pPr algn="l">
              <a:spcAft>
                <a:spcPts val="10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State, Node, Edge 개념을 자유롭게 활용할 수 있습니다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사전 지식: LangGraph 핵심 개념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>
                <a:solidFill>
                  <a:srgbClr val="000000"/>
                </a:solidFill>
                <a:latin typeface="맑은 고딕"/>
              </a:defRPr>
            </a:pPr>
            <a:r>
              <a:t>LangGraph = AI 작업의 "조립 설명서"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 (상태)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모든 노드가 공유하는 데이터 저장소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= 칠판에 적힌 메모 (모두가 읽고 쓸 수 있음)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Node (노드)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데이터를 처리하는 함수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= 각 단계의 작업자 (한 가지 일을 담당)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Edge (엣지)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노드 간의 연결 (실행 순서)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= 작업 순서를 정하는 화살표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기본 구조:  START → Node A → Node B → END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LLM (대규모 언어 모델) 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LLM = Large Language Model (대규모 언어 모델)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쉽게 말하면: "엄청나게 많은 글을 읽고 학습한 AI"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질문에 답하기, 글 쓰기, 번역, 코드 작성 등 다양한 작업 가능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대표적 LLM: GPT-4, Gemini, Claude 등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이 강의에서 사용하는 모델: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519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model = init_chat_model("gpt-4o-mini", temperature=1.0)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gpt-4o-mini: OpenAI의 경량 모델 (빠르고 비용 효율적)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temperature: 창의성 조절 (0 = 일관적, 1 = 창의적)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LangChain vs LangGraph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[LangChain]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LLM을 쉽게 사용하기 위한 도구 모음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모델 초기화 (init_chat_model)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프롬프트 관리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구조화 출력 (Structured Output)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[LangGraph]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LLM 작업을 그래프로 설계하는 엔진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StateGraph로 워크플로우 구성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순차/병렬/조건부 실행 지원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- 복잡한 AI 파이프라인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쉬운 비유: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LangChain = 요리 재료와 도구 (칼, 냄비, 양념 등)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LangGraph = 요리 레시피 ("먼저 재료를 썰고 → 볶고 → 양념하기")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둘을 합치면 = 완성된 요리 (AI 워크플로우)!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StateGraph 핵심 구조 — 4단계로 만들기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1. State 정의  →  TypedDict로 공유 데이터 구조 선언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2. Node 정의   →  State를 처리하는 함수 작성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3. Edge 연결   →  add_edge / add_conditional_edges</a:t>
            </a:r>
          </a:p>
          <a:p>
            <a:pPr algn="l">
              <a:spcAft>
                <a:spcPts val="12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4. Compile       →  .compile()로 실행 가능하게 변환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7472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61188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# 이 4단계가 모든 패턴의 기본 골격입니다!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app = StateGraph(MyState)        # State 스키마 지정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app.add_node('name', function)   # 노드 등록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app.add_edge(START, 'name')      # 엣지 연결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chain = app.compile()            # 컴파일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result = chain.invoke(inputs)    # 실행!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TypedDict &amp; Pydantic — 데이터 타입 정의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TypedDict — State 정의에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- 딕셔너리의 각 키에 타입을 지정</a:t>
            </a:r>
          </a:p>
          <a:p>
            <a:pPr algn="l">
              <a:spcAft>
                <a:spcPts val="63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- 어떤 데이터가 오가는지 명확하게 선언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60320"/>
            <a:ext cx="502920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JokeState(TypedDict):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topic: str        # 문자열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draft_joke: str   # 문자열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final_joke: str   # 문자열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Pydantic — 구조화 출력에 사용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3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- LLM 출력을 정해진 형식으로 강제</a:t>
            </a:r>
          </a:p>
          <a:p>
            <a:pPr algn="l">
              <a:spcAft>
                <a:spcPts val="639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- 데이터 검증 기능 내장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560320"/>
            <a:ext cx="502920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69748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class RouteDecision(BaseModel):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category: Literal[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'billing', 'technical',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   'shipping', 'general'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요약: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TypedDict = "이 칠판에는 이런 정보가 적힌다" 선언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Pydantic = "AI야, 반드시 이 형식으로만 대답해" 강제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PATTERN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Prompt Chaining (프롬프트 체이닝)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여러 LLM 호출을 순차적으로 연결하는 파이프라인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Prompt Chaining 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이전 단계의 출력이 다음 단계의 입력이 되는 순차적 파이프라인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복잡한 작업을 작은 단계로 분리 → 품질 향상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- 각 단계마다 다른 지시사항(프롬프트)을 줄 수 있음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흐름:  START → [1단계: 초안 생성] → [2단계: 수정/개선] → [3단계: 최종 포장] → 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제빵 과정 → 반죽 만들기 → 모양 잡기 → 굽기 → 장식하기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이번 예제: 주제 → 농담 초안 생성 → 아재개그로 개선 → 이모지 추가(SNS용)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State 정의 (JokeState)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파이프라인의 각 단계에서 사용할 데이터를 미리 선언합니다.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각 노드는 이 State를 읽고, 자기 결과를 저장합니다.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77440"/>
            <a:ext cx="1051560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10149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class JokeState(TypedDict):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topic: str          # 입력: 농담의 주제 (예: "고양이")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draft_joke: str     # 1단계 결과: AI가 생성한 농담 초안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improved_joke: str  # 2단계 결과: 아재개그 스타일로 개선된 버전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final_joke: str     # 3단계 결과: 이모지가 추가된 최종 완성본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State는 "칠판"이다 → 모든 노드가 여기에 읽고 쓴다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각 필드 = 칠판의 한 칸 → 어떤 데이터가 올지 미리 약속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Node 함수 (처리 단계)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각 노드는 State에서 데이터를 읽고 → LLM 호출 → 결과를 State에 저장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1단계: 초안 생성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generate_joke(state: JokeState):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topic = state["topic"]       # State에서 읽기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msg = model.invoke(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f"\'{ topic }\'에 대한 농담을 만들어줘."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{"draft_joke": msg.content}  # State에 쓰기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2단계: 아재개그로 개선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0116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1488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critique_and_improve(state: JokeState):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original = state["draft_joke"]  # 이전 결과 읽기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prompt = f"다음 농담을 아재개그로 개선해줘.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원문: {original}"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msg = model.invoke(prompt)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{"improved_joke": msg.content}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핵심 패턴: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state["키"]로 읽기  →  model.invoke()로 LLM 호출  →  {"키": 결과}로 반환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반환하지 않은 키는 그대로 유지됩니다! (topic은 계속 살아있음)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  3단계(polish_joke)도 동일한 패턴: improved_joke 읽기 → 이모지 추가 → final_joke 반환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그래프 생성 &amp; 컴파일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41148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1. StateGraph 생성 - State 스키마 지정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 = StateGraph(JokeState)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2. 노드 등록 - (이름, 함수)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app.add_node('generate_joke', generate_joke)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app.add_node('critique_and_improve', critique_and_improve)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app.add_node('polish_joke', polish_joke)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3. 엣지 연결 - 실행 순서 지정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app.add_edge(START, 'generate_joke')                  # 시작 → 1단계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app.add_edge('generate_joke', 'critique_and_improve') # 1단계 → 2단계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app.add_edge('critique_and_improve', 'polish_joke')   # 2단계 → 3단계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app.add_edge('polish_joke', END)                      # 3단계 → 종료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4. 컴파일 - 실행 가능하게 변환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chain = app.compile()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START와 END는 LangGraph의 특별한 예약 노드입니다.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add_edge()는 "A 다음에 B를 실행하라"는 뜻!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Prompt Chaining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실행: 초기 State에 topic만 넣어주면 됩니다!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result = chain.invoke({"topic": "고양이"})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결과 확인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print(result['draft_joke'])     # 1단계: 초안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print(result['improved_joke'])  # 2단계: 아재개그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print(result['final_joke'])     # 3단계: SNS용 완성본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Prompt Chaining 핵심 정리: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구조: A → B → C (순차 실행, Linear Chain)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장점: 각 단계별 품질 제어 가능, 디버깅 용이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사용처: 초안→검토→최종본, 번역→교정→포맷팅 등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핵심 API: add_edge(A, B) — 순차 연결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PATTERN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Parallelization (병렬 처리)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여러 작업을 동시에 병렬로 실행하는 패턴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Parallelization 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서로 독립적인 작업을 동시에 실행하여 시간을 절약하는 패턴</a:t>
            </a: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799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핵심 용어:  Fan-out (분기: 1→여럿)  /  Fan-in (합류: 여럿→1)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┌→ [Worker A: 시 작성]   ─────┐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START → Router ┼→ [Worker B: 소설 작성] ──┼→ [Aggregator: 취합] → END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 └→ [Worker C: 농담 작성] ──┘</a:t>
            </a: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</a:p>
          <a:p>
            <a:pPr algn="l">
              <a:spcAft>
                <a:spcPts val="540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Fan-out (분기)                     Fan-in (합류)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식당에서 요리사 3명이 동시에 각자 요리 → 한 접시에 담기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이번 예제: 하나의 주제로 시, 소설, 농담을 동시에 생성하고 하나의 리포트로 합침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State 정의 (WriterState)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각 Worker가 독립적으로 결과를 저장할 필드를 선언합니다.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515600" cy="2560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149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class WriterState(TypedDict):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topic: str          # 입력: 글쓰기 주제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poem: str           # Worker A 결과: 시(Poem)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story: str          # Worker B 결과: 소설(Story)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joke: str           # Worker C 결과: 농담(Joke)</a:t>
            </a:r>
          </a:p>
          <a:p>
            <a:pPr>
              <a:spcAft>
                <a:spcPts val="200"/>
              </a:spcAft>
              <a:defRPr sz="1600">
                <a:solidFill>
                  <a:srgbClr val="000000"/>
                </a:solidFill>
                <a:latin typeface="Consolas"/>
              </a:defRPr>
            </a:pPr>
            <a:r>
              <a:t>    final_report: str   # Aggregator 결과: 최종 편집본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포인트: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각 Worker는 자기 필드에만 쓴다 (poem, story, joke)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서로 다른 필드에 쓰기 때문에 충돌 없이 동시 실행 가능!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Aggregator가 모든 결과를 읽어서 final_report에 합침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Worker &amp; Aggregator 노드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Worker 노드 (3개 모두 같은 패턴)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Worker A: 시 작성 (B, C도 동일 패턴!)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write_poem(state: WriterState):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topic = state["topic"]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msg = model.invoke(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    f"\'{ topic }\'에 대한 시를 짧게 써줘."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{"poem": msg.content}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Aggregator 노드 (Fan-in)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2860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Aggregator: 모든 결과 합치기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aggregator(state: WriterState):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final = f"""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1. 시: {state['poem']}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2. 소설: {state['story']}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3. 농담: {state['joke']}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"""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{"final_report": final}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핵심 패턴: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Worker: topic 읽기 → LLM 호출 → 자기 필드에 저장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Aggregator: 모든 Worker의 결과를 State에서 읽어서 합침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- LangGraph가 자동으로 모든 Worker 완료를 기다린 후 Aggregator 실행!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그래프 생성 (Fan-out / Fan-in)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6400800" cy="48463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 = StateGraph(WriterState)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노드 등록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workflow.add_node('write_poem', write_poem)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workflow.add_node('write_story', write_story)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workflow.add_node('write_joke', write_joke)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workflow.add_node('aggregator', aggregator)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Fan-out: START에서 3개 Worker로 동시 분기!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'write_poem')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'write_story')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workflow.add_edge(START, 'write_joke')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Fan-in: 3개 Worker에서 Aggregator로 합류!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workflow.add_edge('write_poem', 'aggregator')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workflow.add_edge('write_story', 'aggregator')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workflow.add_edge('write_joke', 'aggregator')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workflow.add_edge('aggregator', END)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app = workflow.compile()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28016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Fan-out (분기):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START에서 여러 노드로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동시에 엣지를 연결하면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LangGraph가 자동으로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병렬 실행합니다!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3657600"/>
            <a:ext cx="3931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Fan-in (합류):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여러 노드에서 하나로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엣지를 연결하면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모든 노드 완료 후</a:t>
            </a:r>
          </a:p>
          <a:p>
            <a:pPr algn="l">
              <a:spcAft>
                <a:spcPts val="480"/>
              </a:spcAft>
              <a:defRPr sz="1600" b="0">
                <a:solidFill>
                  <a:srgbClr val="000000"/>
                </a:solidFill>
                <a:latin typeface="맑은 고딕"/>
              </a:defRPr>
            </a:pPr>
            <a:r>
              <a:t>자동으로 다음 실행!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Parallelization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146304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실행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result = app.invoke({"topic": "직장인의 월요일"})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print(result["final_report"])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순차 실행 vs 병렬 실행 비교: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순차: 시 작성(3초) → 소설 작성(3초) → 농담 작성(3초) = 총 9초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  병렬: 시 + 소설 + 농담 동시 작성 = 총 3초! (3배 빠름)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핵심: START에서 여러 노드로 엣지를 연결하면 자동 병렬 실행!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Consolas"/>
              </a:defRPr>
            </a:pPr>
            <a:r>
              <a:t>PATTERN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600" b="1">
                <a:solidFill>
                  <a:srgbClr val="000000"/>
                </a:solidFill>
                <a:latin typeface="맑은 고딕"/>
              </a:defRPr>
            </a:pPr>
            <a:r>
              <a:t>Routing (라우팅)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맑은 고딕"/>
              </a:defRPr>
            </a:pPr>
            <a:r>
              <a:t>조건에 따라 실행 경로를 동적으로 선택하는 패턴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Routing 이란?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입력 내용을 분석하여 적절한 처리 경로를 자동으로 선택하는 패턴</a:t>
            </a:r>
          </a:p>
          <a:p>
            <a:pPr algn="l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핵심: 조건부 엣지 (Conditional Edge) — 함수 반환값에 따라 다음 노드 결정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┌─ 결제 문의 → [Billing Expert]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├─ 기술 문의 → [Tech Expert]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START → Router ┤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├─ 배송 문의 → [Shipping Expert]</a:t>
            </a:r>
          </a:p>
          <a:p>
            <a:pPr algn="l">
              <a:spcAft>
                <a:spcPts val="359"/>
              </a:spcAft>
              <a:defRPr sz="1800" b="0">
                <a:solidFill>
                  <a:srgbClr val="000000"/>
                </a:solidFill>
                <a:latin typeface="Consolas"/>
              </a:defRPr>
            </a:pPr>
            <a:r>
              <a:t>              └─ 기타 문의 → [General Expert]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비유: 병원 접수대 → 증상에 따라 내과/외과/안과로 자동 안내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이번 예제: 고객 문의 내용을 LLM이 분석하여 적합한 담당 부서로 자동 연결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1: Structured Output (구조화 출력)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LLM이 자유 텍스트 대신 정해진 형식으로만 응답하도록 강제합니다.</a:t>
            </a:r>
          </a:p>
          <a:p>
            <a:pPr algn="l">
              <a:spcAft>
                <a:spcPts val="90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이를 통해 라우터가 정확한 카테고리 값을 받을 수 있습니다.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10515600" cy="27432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from typing import Literal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출력 스키마 정의 - LLM은 이 형식으로만 응답 가능!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class RouteDecision(BaseModel):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category: Literal['billing', 'technical', 'shipping', 'general'] = Field(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    description='고객 문의를 분석하여 적절한 부서를 선택하세요.'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    )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# 구조화 출력을 사용하는 라우터 LLM 생성</a:t>
            </a:r>
          </a:p>
          <a:p>
            <a:pPr>
              <a:spcAft>
                <a:spcPts val="200"/>
              </a:spcAft>
              <a:defRPr sz="1500">
                <a:solidFill>
                  <a:srgbClr val="000000"/>
                </a:solidFill>
                <a:latin typeface="Consolas"/>
              </a:defRPr>
            </a:pPr>
            <a:r>
              <a:t>router_llm = model.with_structured_output(RouteDecision)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5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Literal['billing', 'technical', ...] = 이 4개 값 중 하나만 선택 가능</a:t>
            </a:r>
          </a:p>
          <a:p>
            <a:pPr algn="l">
              <a:spcAft>
                <a:spcPts val="85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with_structured_output() = "AI야, 반드시 RouteDecision 형식으로만 답해!"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2: Router 노드 &amp; Expert 노드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Router 노드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Router: 문의 분석 → 카테고리 결정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router_node(state: SupportState):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query = state["query"]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구조화 출력 LLM 호출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decision = router_llm.invoke(query)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# decision.category = 'billing' 등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{"category": decision.category}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8872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맑은 고딕"/>
              </a:defRPr>
            </a:pPr>
            <a:r>
              <a:t>Expert 노드 (4개)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212080" cy="210312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Expert 노드 (4개 중 하나만 실행됨!)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def billing_expert(state: SupportState):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prompt = f"결제 전문가로 답변: {state['query']}"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msg = model.invoke(prompt)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    return {"response": msg.content}</a:t>
            </a: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300">
                <a:solidFill>
                  <a:srgbClr val="000000"/>
                </a:solidFill>
                <a:latin typeface="Consolas"/>
              </a:defRPr>
            </a:pPr>
            <a:r>
              <a:t># technical, shipping, general도 동일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0515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실행 흐름: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1. 고객 문의 입력 → Router가 LLM으로 카테고리 분류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2. 분류 결과(category)를 State에 저장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3. 조건부 엣지가 category 값을 읽어서 해당 Expert만 실행!</a:t>
            </a:r>
          </a:p>
          <a:p>
            <a:pPr algn="l">
              <a:spcAft>
                <a:spcPts val="510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4. Expert가 전문 답변 생성 → response에 저장 → 종료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코드 3: 조건부 엣지 (Conditional Edge)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36576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라우팅 함수: State의 category 값에 따라 다음 노드 결정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def route_to_expert(state: SupportState):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category = state['category']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if category == 'billing':    return 'billing_expert'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elif category == 'technical': return 'technical_expert'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elif category == 'shipping':  return 'shipping_expert'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else:                         return 'general_expert'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그래프에 조건부 엣지 등록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workflow.add_conditional_edges(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'router_node',       # 이 노드 실행 후 분기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route_to_expert,     # 분기를 결정하는 함수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['billing_expert', 'technical_expert',     # 가능한 다음 노드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     'shipping_expert', 'general_expert']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2120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add_edge() vs add_conditional_edges():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add_edge(A, B) = "A 다음은 항상 B" (고정)</a:t>
            </a:r>
          </a:p>
          <a:p>
            <a:pPr algn="l">
              <a:spcAft>
                <a:spcPts val="679"/>
              </a:spcAft>
              <a:defRPr sz="1700" b="0">
                <a:solidFill>
                  <a:srgbClr val="000000"/>
                </a:solidFill>
                <a:latin typeface="맑은 고딕"/>
              </a:defRPr>
            </a:pPr>
            <a:r>
              <a:t>  add_conditional_edges(A, func, [...]) = "A 다음은 func()의 결과에 따라 결정" (동적)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실행 &amp; 정리: Routing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0" cy="2926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101498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테스트 1: 결제 문의 → billing 부서로 자동 라우팅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app.invoke({"query": "지난달 요금이 두 번 빠져나갔어요."})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print(result['category'])   # → 'billing'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테스트 2: 기술 문의 → technical 부서로 자동 라우팅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app.invoke({"query": "API 연결할 때 404 에러가 자꾸 떠요."})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print(result['category'])   # → 'technical'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# 테스트 3: 배송 문의 → shipping 부서로 자동 라우팅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result = app.invoke({"query": "주문한 노트북 언제 도착하나요?"})</a:t>
            </a:r>
          </a:p>
          <a:p>
            <a:pPr>
              <a:spcAft>
                <a:spcPts val="200"/>
              </a:spcAft>
              <a:defRPr sz="1400">
                <a:solidFill>
                  <a:srgbClr val="000000"/>
                </a:solidFill>
                <a:latin typeface="Consolas"/>
              </a:defRPr>
            </a:pPr>
            <a:r>
              <a:t>print(result['category'])   # → 'shipping'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Routing 핵심 정리: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구조: Router → 조건에 따라 A 또는 B 또는 C (동적 분기)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핵심 API: add_conditional_edges() + Structured Output</a:t>
            </a:r>
          </a:p>
          <a:p>
            <a:pPr algn="l">
              <a:spcAft>
                <a:spcPts val="719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사용처: 고객 지원 분류, 질문 유형별 처리, 콘텐츠 라우팅 등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3가지 패턴 비교표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┌──────────────┬────────────────────┬─────────────────────┬────────────────────┐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│ Prompt Chaining    │ Parallelization     │ Routing    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├──────────────┼────────────────────┼─────────────────────┼────────────────────┤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구조         │ A → B → C          │ A, B, C 동시 → D   │ 조건 → A or B or C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│ (순차 실행)        │ (Fan-out / Fan-in)  │ (동적 분기)  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├──────────────┼────────────────────┼─────────────────────┼────────────────────┤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장점         │ 단계적 품질 향상   │ 처리 시간 단축      │ 적재적소 처리 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│ 디버깅 용이        │ 독립 작업 동시 실행 │ 동적 경로 선택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├──────────────┼────────────────────┼─────────────────────┼────────────────────┤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사용 사례    │ 초안→검토→최종본   │ 다각도 분석         │ 고객 지원 분류  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│ 번역→교정→포맷팅   │ 다중 콘텐츠 생성    │ 질문 유형별 처리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├──────────────┼────────────────────┼─────────────────────┼────────────────────┤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핵심 API     │ add_edge(A, B)     │ add_edge(START, A)  │ add_conditional_  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│              │                    │ add_edge(START, B)  │ edges(A, func, []) │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000000"/>
                </a:solidFill>
                <a:latin typeface="Consolas"/>
              </a:defRPr>
            </a:pPr>
            <a:r>
              <a:t>└──────────────┴────────────────────┴─────────────────────┴────────────────────┘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00000"/>
                </a:solidFill>
                <a:latin typeface="맑은 고딕"/>
              </a:defRPr>
            </a:pPr>
            <a:r>
              <a:t>핵심 개념 총정리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972800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0" y="274320"/>
            <a:ext cx="731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State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그래프 전체에서 공유되는 데이터 저장소 (TypedDict로 정의)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Node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상태를 처리하는 함수 (입력: State, 출력: 업데이트할 딕셔너리)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Edge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노드 간 연결 — add_edge(일반) vs add_conditional_edges(조건부)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Fan-out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START → 여러 노드 : 병렬 실행 시작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Fan-in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여러 노드 → 하나의 노드 : 결과 취합 (자동 대기)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Structured Output</a:t>
            </a:r>
          </a:p>
          <a:p>
            <a:pPr algn="l">
              <a:spcAft>
                <a:spcPts val="180"/>
              </a:spcAft>
              <a:defRPr sz="1800" b="0">
                <a:solidFill>
                  <a:srgbClr val="000000"/>
                </a:solidFill>
                <a:latin typeface="맑은 고딕"/>
              </a:defRPr>
            </a:pPr>
            <a:r>
              <a:t>  LLM 출력을 Pydantic 모델로 강제 (with_structured_output)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  <a:latin typeface="Consolas"/>
              </a:defRPr>
            </a:pPr>
            <a:r>
              <a:t>Q &amp;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0">
                <a:solidFill>
                  <a:srgbClr val="000000"/>
                </a:solidFill>
                <a:latin typeface="맑은 고딕"/>
              </a:defRPr>
            </a:pPr>
            <a:r>
              <a:t>질문이 있으신가요?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오늘 배운 3가지 패턴을 직접 실습해보세요!</a:t>
            </a:r>
          </a:p>
          <a:p>
            <a:pPr algn="ctr">
              <a:spcAft>
                <a:spcPts val="1000"/>
              </a:spcAft>
              <a:defRPr sz="2000" b="0">
                <a:solidFill>
                  <a:srgbClr val="000000"/>
                </a:solidFill>
                <a:latin typeface="맑은 고딕"/>
              </a:defRPr>
            </a:pPr>
            <a:r>
              <a:t>주제를 바꿔가며 코드를 실행해보면 이해가 더 깊어집니다.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