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LangGraph 응용 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맑은 고딕"/>
              </a:defRPr>
            </a:pPr>
            <a:r>
              <a:t>3강 (Part 2): 고급 워크플로우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Evaluator-Optimizer  |  Orchestrator-Worker  | 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맑은 고딕"/>
              </a:defRPr>
            </a:pPr>
            <a:r>
              <a:t>초보자를 위한 단계별 실습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1. Evaluator-Optimizer  —  생성과 평가를 반복하여 결과물을 개선하는 루프 패턴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2. Orchestrator-Worker  —  큰 작업을 분할하여 병렬로 처리하는 Map-Reduce 패턴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3. Agents (에이전트)       —  LLM이 스스로 도구를 선택하고 실행하는 자율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 강의를 마치면 여러분은: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조건부 엣지로 루프(반복) 워크플로우를 설계할 수 있습니다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Send API로 동적 병렬 처리를 구현할 수 있습니다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LLM 에이전트에 도구(Tool)를 연결할 수 있습니다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복습: LangGraph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(상태)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그래프 전체에서 공유되는 데이터 저장소 (TypedDict로 정의)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모든 노드가 읽고 쓰는 칠판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Node (노드)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State를 입력받아 처리하고, 변경된 부분만 딕셔너리로 반환하는 함수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Edge (엣지)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add_edge(A, B) : A 다음에 항상 B 실행 (고정 경로)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add_conditional_edges(A, func, [...]) : func() 결과에 따라 동적 분기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기본 흐름:  START -&gt; Node A -&gt; Node B -&gt; END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루프 흐름:  START -&gt; A -&gt; B -&gt; (조건) -&gt; A 또는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복습: Structured Output &amp; Pydantic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LLM은 기본적으로 자유로운 텍스트를 생성합니다.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하지만 프로그램에서 사용하려면 정해진 형식이 필요합니다!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Pydantic BaseModel로 형식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029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EvaluationResult(BaseModel):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status: Literal['pass', 'fail']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feedback: str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LLM은 이 형식으로만 응답 가능!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with_structured_output으로 적용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017520"/>
            <a:ext cx="5029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54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evaluator_llm = model.with_structured_output(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EvaluationResult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evaluator_llm.invoke(prompt)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result.status = 'pass' or 'fail'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핵심: Pydantic = "AI야, 반드시 이 형식으로만 답해!"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Literal['A', 'B'] = 지정된 값 중 하나만 선택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복습: 조건부 엣지로 루프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조건부 엣지 = "상황에 따라 다른 경로로 가라"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이전 노드로 다시 돌아가면 루프(반복)가 됩니다!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라우팅 함수: 다음에 어디로 갈지 결정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route_function(state):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state["status"] == "pass":   return END            # 합격 -&gt; 종료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state["count"] &gt;= 3:         return END            # 3번 시도 -&gt; 강제 종료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return "generator_node"                               # 불합격 -&gt; 다시 생성!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그래프에 등록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workflow.add_conditional_edges("evaluator", route_function, ["generator_node", END])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핵심: 라우팅 함수가 이전 노드 이름을 반환하면 루프가 됩니다!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무한 루프 방지를 위해 반드시 최대 횟수 제한을 넣어주세요.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Evaluator-Optimizer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생성과 평가를 반복하여 점점 더 나은 결과물을 만드는 루프 패턴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Evaluator-Optimizer란?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두 개의 LLM이 협력하여 결과물을 반복 개선하는 패턴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Generator (생성자) : 결과물을 생성합니다 (예: 광고 문구 작성)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Evaluator (평가자) : 기준에 따라 평가하고 피드백을 제공합니다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0000"/>
                </a:solidFill>
                <a:latin typeface="Consolas"/>
              </a:defRPr>
            </a:pPr>
            <a:r>
              <a:t>  [START] -&gt; [Generator] -&gt; [Evaluator] -&gt; PASS -&gt; [END]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00000"/>
                </a:solidFill>
                <a:latin typeface="Consolas"/>
              </a:defRPr>
            </a:pPr>
            <a:r>
              <a:t>                   ^____________| FAIL (피드백 반영 후 재시도)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신입 카피라이터 + 깐깐한 마케팅 팀장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신입이 광고 문구 작성 -&gt; 팀장이 검수 -&gt; 불합격이면 피드백 주고 다시 작성!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인스타그램 광고 문구를 자동 생성하고 품질 기준에 맞을 때까지 반복 개선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State 정의 (AdState)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워크플로우에서 사용할 모든 데이터를 미리 선언합니다.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Generator와 Evaluator 모두 이 State를 읽고 씁니다.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51560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class AdState(TypedDict):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product_name: str      # 입력: 광고할 상품명 (예: "자율주행 자동차")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ad_copy: str           # Generator가 작성한 광고 문구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feedback: str          # Evaluator가 제공하는 피드백 (수정 지시사항)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status: str            # 평가 결과: "pass" (합격) / "fail" (불합격)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iteration_count: int   # 현재까지 시도한 횟수 (무한 루프 방지용)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feedback: 불합격 시 "어떻게 수정하라"는 구체적 지시사항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iteration_count: 무한 루프를 방지하는 안전장치 (최대 3회)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EvaluationResult (평가 출력 형식)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Evaluator(팀장)의 응답을 정해진 형식으로 강제합니다.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"pass/fail"과 "피드백"을 정확히 받아야 루프를 제어할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class EvaluationResult(BaseModel):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Literal: "pass" 또는 "fail" 두 값 중 하나만 허용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status: Literal["pass", "fail"] = Field(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description="기준 충족 여부"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불합격(fail) 시 구체적인 수정 지시사항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feedback: str = Field(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description="탈락 시 구체적인 수정 지시사항"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Evaluator 전용 LLM 생성 (응답이 EvaluationResult 객체로 자동 파싱됨)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evaluator_llm = model.with_structured_output(EvaluationResult)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이렇게 하면 evaluator_llm.invoke(prompt)의 결과가 result.status, result.feedback로 접근 가능!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Generator 노드 (copywriter_node)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신입 카피라이터 역할: 광고 문구를 생성합니다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첫 번째 시도 (피드백 없을 때)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copywriter_node(state: AdState):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product = state["product_name"]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feedback = state.get("feedback")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count = state.get("iteration_count", 0)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if not feedback:  # 첫 시도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prompt = f"'{product}'의 홍보 문구를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      건조하게 작성해줘."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재시도 (피드백 반영)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else:  # 피드백이 있으면 반영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prompt = f"""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'{product}' 홍보 문구를 다시 작성해.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&lt;반드시 지켜야 할 수정 사항&gt;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{feedback}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&lt;/반드시 지켜야 할 수정 사항&gt;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"""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반환값: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msg = model.invoke(prompt)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return {"ad_copy": msg.content, "iteration_count": count + 1}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ad_copy: 새 광고 문구, iteration_count: 시도 횟수 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핵심: 피드백 유무에 따라 프롬프트가 달라진다! 피드백이 있으면 수정 지시를 포함.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4: Evaluator 노드 (manager_node)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깐깐한 마케팅 팀장 역할: 광고 문구를 기준에 따라 심사합니다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manager_node(state: AdState):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ad_copy = state["ad_copy"]   # 신입이 작성한 광고 문구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prompt = f"""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당신은 깐깐한 마케팅 팀장입니다. 다음 광고 문구를 평가하세요: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"{ad_copy}"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&lt;평가 기준&gt;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1. (정량) 해시태그(#)가 3개 이상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2. (정량) '할인' 또는 '특가' 단어 포함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3. (정성) 활기차고 매력적인 톤 (건조하면 불합격)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&lt;/평가 기준&gt;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result = evaluator_llm.invoke(prompt)  # EvaluationResult 객체 반환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{"status": result.status, "feedback": result.feedback}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핵심: evaluator_llm은 with_structured_output으로 생성 -&gt; result.status, result.feedback 접근 가능</a:t>
            </a:r>
          </a:p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평가 기준을 프롬프트에 명시적으로 작성할수록 일관된 판단을 얻을 수 있습니다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5: 라우팅 함수 &amp; 그래프 조립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라우팅 함수 (루프 제어)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route_submission(state: AdState):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status = state["status"]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count = state["iteration_count"]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합격 -&gt; 종료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status == "pass":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END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3번 시도 초과 -&gt; 강제 종료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count &gt;= 3: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END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불합격 -&gt; 다시 Generator로!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"copywriter_node"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그래프 조립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StateGraph(AdState)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노드 등록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workflow.add_node("copywriter_node",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copywriter_node)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workflow.add_node("manager_node",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manager_node)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엣지 연결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"copywriter_node")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workflow.add_edge("copywriter_node",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"manager_node")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조건부 엣지: manager_node 실행 후 route_submission 결과에 따라 분기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"manager_node",           # 이 노드 실행 후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route_submission,         # 이 함수가 다음 노드를 결정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["copywriter_node", END]  # 가능한 목적지: 다시 생성 or 종료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 = workflow.compile()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manager_node -&gt; route_submission -&gt; copywriter_node (루프) 또는 END (종료)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Evaluator-Optimizer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실행: 상품명만 입력하면 됩니다!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result = app.invoke({"product_name": "자율주행 자동차"})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결과 확인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print(result["ad_copy"])          # 최종 광고 문구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print(result["status"])           # pass or fail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print(result["iteration_count"])  # 몇 번 시도했는지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Evaluator-Optimizer 핵심 정리: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구조: Generator -&gt; Evaluator -&gt; (합격이면 END, 불합격이면 다시 Generator)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핵심 기술: Conditional Edge로 루프 구현 + Structured Output으로 평가 결과 파싱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안전장치: iteration_count로 최대 시도 횟수 제한 (무한 루프 방지)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사용처: 콘텐츠 품질 자동 검수, 코드 리뷰 자동화, 보고서 개선 루프 등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비유: 신입이 수정 -&gt; 팀장이 검수 -&gt; 부족하면 다시 수정 -&gt; 합격할 때까지 반복!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Orchestrator-Worker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큰 작업을 분할하여 병렬 처리하는 Map-Reduce 패턴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Orchestrator-Worker란?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Orchestrator (지휘자): 큰 작업을 여러 하위 작업으로 분배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Worker (작업자): 각자 맡은 작업을 독립적으로 수행 (병렬 실행)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Synthesizer (통합자): 모든 결과를 하나로 합침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+-&gt; [Worker 1] --+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START -&gt; [Orchestrator] -&gt; [Worker 2] --&gt; [Synthesizer] -&gt; END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+-&gt; [Worker 3] --+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(계획 수립)    (병렬 실행)         (결과 취합)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편집장(Orchestrator)이 기자들(Worker)에게 각 섹션을 분배 -&gt; 동시 집필 -&gt; 편집자(Synthesizer)가 합본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주제를 주면 LLM이 목차를 계획하고, 각 섹션을 병렬로 작성 후 하나의 보고서로 합침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 기술: LangGraph의 Send API로 동적으로 Worker를 생성!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State 정의 (ReportState)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핵심 개념: Annotated + operator.add</a:t>
            </a:r>
          </a:p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여러 Worker가 동시에 결과를 반환할 때, 덮어쓰지 않고 누적해야 합니다!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import operator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from typing import Annotated, List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ReportState(TypedDict):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topic: str                    # 보고서 주제 (입력값)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sections: List[Section]       # Orchestrator가 계획한 목차 목록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Annotated + operator.add = 여러 Worker 결과를 자동 누적!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Worker1 -&gt; ["섹션1"], Worker2 -&gt; ["섹션2"]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=&gt; completed_sections = ["섹션1", "섹션2"]  (덮어쓰기 X, 합치기 O)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completed_sections: Annotated[List[str], operator.add]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final_report: str             # Synthesizer가 완성한 최종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Annotated[List[str], operator.add]가 없으면 나중에 반환한 Worker의 결과만 남음!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이 선언 덕분에 여러 Worker의 결과가 충돌 없이 하나의 리스트로 합쳐집니다.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Section &amp; Plan (Pydantic 스키마)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Orchestrator가 LLM으로 목차를 생성할 때 사용하는 출력 형식입니다.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Section: 각 목차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21208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Section(BaseModel):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name: str = Field(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description="목차의 제목"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description: str = Field(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description="핵심 내용 가이드"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Plan: 전체 계획표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21208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Plan(BaseModel):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sections: List[Section] = Field(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description="보고서 목차 리스트"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planner_llm = model.with_structured_output(Plan)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WorkerState: Worker 전용 상태 (작업 지시서)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5156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Worker는 전체 ReportState가 아닌, 자기가 맡은 Section만 알면 됩니다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WorkerState(TypedDict):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section: Section  # 이 Worker가 작성해야 할 단일 섹션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Section으로 목차 구조를 잡고, Plan으로 전체 계획을 받고, WorkerState로 개별 작업을 전달!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Orchestrator 노드 (목차 계획)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주어진 주제에 대해 보고서 구조(목차)를 설계합니다.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def orchestrator_node(state: ReportState):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topic = state["topic"]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Structured Output으로 목차를 Plan 객체로 받아옴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plan = planner_llm.invoke(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f"'{topic}'에 대한 보고서 목차를 짜줘. 3개 섹션 이내로 구성해."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plan.sections = [Section(name=..., description=...), ...]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return {"sections": plan.sections}  # 목차를 State에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실행 흐름: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1. topic("생성형 AI의 미래")을 읽음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2. planner_llm이 구조화된 목차(Plan)를 생성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3. sections 리스트를 State에 저장 -&gt; 다음 단계에서 Worker들에게 분배됨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4: Worker 노드 (섹션 집필)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def worker_node(state: WorkerState):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section = state["section"]  # 이 Worker에게 할당된 섹션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prompt = f"""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다음 섹션에 대한 내용을 짧게 작성해줘.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제목: {section.name}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내용 가이드: {section.description}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msg = model.invoke(prompt)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content = f"## {section.name}\n{msg.content}\n"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리스트로 감싸서 반환! (operator.add로 누적되기 때문)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return {"completed_sections": [content]}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입력 State는 WorkerState (전체 ReportState가 아닌 개별 Section만!)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반환값을 리스트 [content]로 감싸야 operator.add가 누적할 수 있음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여러 Worker가 동시에 실행되어도 각자의 결과가 안전하게 합쳐짐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5: Send API &amp; 그래프 조립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Send API: 런타임에 동적으로 여러 Worker를 생성하여 병렬 실행!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동적 라우팅 함수 (Map 단계)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21208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langgraph.types import Send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assign_workers(state: ReportState):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sections = state["sections"]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섹션 수만큼 Worker를 동적 생성!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[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Send("worker_node", {"section": s})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for s in sections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그래프 조립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21208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StateGraph(ReportState)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workflow.add_node("orchestrator_node", ...)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workflow.add_node("worker_node", ...)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workflow.add_node("synthesizer_node", ...)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"orchestrator_node")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workflow.add_edge("worker_node",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"synthesizer_node")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workflow.add_edge("synthesizer_node", END)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핵심: Orchestrator -&gt; (Send API로 Map) -&gt; Worker들 (병렬)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"orchestrator_node",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assign_workers,        # Send 리스트를 반환하는 함수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["worker_node"]        # 가능한 목적지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 = workflow.compile()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Send("worker_node", {state}) -&gt; 섹션 3개면 Worker 3개가 동시에 실행!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6: Synthesizer (결과 취합)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v1: 단순 합치기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synthesizer_node(state: ReportState):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completed = state["completed_sections"]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단순히 줄바꿈으로 연결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final = "\n".join(completed)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{"final_report": final}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v2: LLM 편집자가 재구성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synthesizer_node(state: ReportState):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raw = "\n\n".join(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state["completed_sections"])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prompt = f"전문 편집자로서 하나의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자연스러운 보고서로 재구성해줘..."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 = model.invoke(prompt)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{"final_report": msg.content}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v1 vs v2 비교: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v1 (단순 합치기): 각 Worker의 결과를 그대로 이어붙임 -&gt; 빠르지만 어색한 연결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v2 (LLM 편집):  LLM 편집자가 전체 내용을 재구성 -&gt; 서론/결론 추가, 매끄러운 연결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v2의 프롬프트에 "서론과 결론 추가", "마크다운 형식" 등 구체적 지시를 포함!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같은 그래프 구조에서 synthesizer_node 함수만 교체하면 업그레이드 완료!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Orchestrator-Worker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실행: 주제만 입력하면 보고서가 자동 생성됩니다!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result = app.invoke({"topic": "생성형 AI의 미래"})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print(result["final_report"])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Orchestrator-Worker 핵심 정리: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구조: Orchestrator(계획) -&gt; Worker들(병렬 집필) -&gt; Synthesizer(취합)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핵심 기술: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- Send API: 런타임에 동적으로 Worker 수를 결정하여 병렬 실행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- Annotated + operator.add: 여러 Worker의 결과를 안전하게 누적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- Structured Output: 목차를 구조화된 형식으로 생성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사용처: 보고서 자동 작성, 대규모 데이터 분석, 다중 관점 리서치 등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비유: 편집장이 기자들에게 각 섹션 분배 -&gt; 동시 집필 -&gt; 편집자가 합본!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Agents (에이전트)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LLM이 스스로 판단하여 도구(Tool)를 선택하고 실행하는 자율 패턴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Agents (에이전트)란?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LLM이 스스로 판단하여 도구(Tool)를 선택하고 실행하는 패턴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단순히 텍스트를 생성하는 것을 넘어, 외부 함수를 직접 호출할 수 있습니다!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동작 원리 (ReAct 패턴):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[START] -&gt; [LLM 판단] -&gt; 도구 필요? -&gt; YES -&gt; [도구 실행] -&gt; [LLM 판단] (반복)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                   -&gt; NO  -&gt; [최종 답변] -&gt; [END]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만능 비서에게 "3+4를 구하고, 그 결과에 7을 곱해줘" 라고 말하면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비서가 알아서 계산기(도구)를 꺼내서 3+4=7 계산 -&gt; 다시 7*7=49 계산 -&gt; 최종 답변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덧셈, 곱셈, 나눗셈 도구를 LLM에게 주고, 복합 계산을 자율적으로 처리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Tool 정의 &amp; bind_tools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@tool 데코레이터로 함수를 도구로 변환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langchain.tools import 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multiply(a: int, b: int) -&gt; int: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"""Multiply `a` and `b`.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Args: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a: First int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b: Second int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a * b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add, divide도 동일한 패턴!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LLM에 도구 바인딩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도구 목록 정의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tools = [add, multiply, divide]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이름으로 빠르게 찾기 위한 딕셔너리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tools_by_name = {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tool.name: tool for tool in tools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LLM에 도구 바인딩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"이 도구들을 사용할 수 있다"고 알려줌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llm_with_tools = model.bind_tools(tools)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@tool 데코레이터: 일반 함수를 LangChain Tool로 변환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docstring이 Tool의 설명이 됨 -&gt; LLM이 이 설명을 읽고 언제 쓸지 판단!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bind_tools(): LLM이 필요에 따라 도구 호출(tool_calls)을 응답에 포함할 수 있게 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LLM 판단 노드 &amp; 도구 실행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LLM 판단 노드 (llm_call)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langgraph.graph import MessagesState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llm_call(state: MessagesState):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{"messages": [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llm_with_tools.invoke(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[SystemMessage(content=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   "You are a helpful assistant...")]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+ state["messages"]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도구 실행 노드 (tool_node)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tool_node(state: dict):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result = []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for tc in state["messages"][-1].tool_calls: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tool = tools_by_name[tc["name"]]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obs = tool.invoke(tc["args"])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result.append(ToolMessage(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content=obs,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tool_call_id=tc["id"]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))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{"messages": result}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MessagesState: messages 키를 가진 특수 State (대화 히스토리 자동 관리)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llm_call: LLM이 다음 행동을 결정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- 도구가 필요하면 -&gt; tool_calls가 포함된 응답 반환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- 충분히 답변 가능하면 -&gt; 일반 텍스트 응답 반환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tool_node: LLM이 요청한 도구를 실제로 실행하고 결과를 ToolMessage로 반환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라우팅 &amp; 그래프 조립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라우팅 함수 (루프 제어)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should_continue(state: MessagesState):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last = state["messages"][-1]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도구 호출 요청이 있으면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-&gt; tool_node로 이동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last.tool_calls: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"tool_node"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도구 호출 없으면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-&gt; 최종 답변 완성, 종료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에이전트 그래프 조립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 = StateGraph(MessagesState)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agent.add_node("llm_call", llm_call)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agent.add_node("tool_node", tool_node)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agent.add_edge(START, "llm_call")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agent.add_conditional_edges(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"llm_call", should_continue,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["tool_node", END]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agent.add_edge("tool_node", "llm_call")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루프 구조: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START -&gt; llm_call -&gt; (도구 필요?) -&gt; tool_node -&gt; llm_call -&gt; ... -&gt; END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llm_call -&gt; tool_node -&gt; llm_call 이 루프가 에이전트의 심장!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LLM이 "더 이상 도구가 필요 없다"고 판단하면 자동으로 종료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복잡한 작업도 여러 번의 도구 호출로 단계적으로 처리 가능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복합 요청: 덧셈 -&gt; 곱셈 -&gt; 이야기 생성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messages = [HumanMessage(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content="Add 3 and 4. Multiply the output by 7. And make a funny story about Japan."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agent.invoke({"messages": messages})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실행 흐름 (메시지 히스토리):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1. HumanMessage: "Add 3 and 4. Multiply by 7. Make a story."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2. AIMessage (tool_calls): add(3, 4) 호출 요청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3. ToolMessage: 결과 = 7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4. AIMessage (tool_calls): multiply(7, 7) 호출 요청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5. ToolMessage: 결과 = 49</a:t>
            </a:r>
          </a:p>
          <a:p>
            <a:pPr algn="l">
              <a:spcAft>
                <a:spcPts val="33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6. AIMessage: 최종 답변 (계산 결과 + 일본 이야기)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3가지 패턴 비교표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               | Evaluator-Optimizer | Orchestrator-Worker | Agents        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구조           | Generator -&gt; Eval   | Orch -&gt; Workers     | LLM -&gt; Tool   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               | -&gt; (루프 or 종료)   | -&gt; Synthesizer      | -&gt; (루프 or 종료)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핵심 기술      | Conditional Edge    | Send API            | bind_tools    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               | Structured Output   | operator.add        | tool_calls    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장점           | 반복 개선으로       | 동적 병렬 처리      | LLM이 자율적으로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               | 품질 점진적 향상    | 대규모 작업 분할    | 도구 선택/실행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사용 사례      | 콘텐츠 품질 검수    | 보고서 자동 작성    | 계산, 검색, API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|                | 코드 리뷰 자동화    | 다중 관점 분석      | 복합 작업 처리      |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+----------------+---------------------+---------------------+---------------------+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개념 총정리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Conditional Edge (조건부 엣지)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add_conditional_edges()로 동적 분기 &amp; 루프 구현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Structured Output (구조화 출력)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Pydantic BaseModel + with_structured_output()로 LLM 응답 형식 강제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Send API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런타임에 동적으로 여러 노드를 생성하여 병렬 실행 (Map-Reduce)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Annotated + operator.add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여러 Worker의 결과를 덮어쓰지 않고 리스트로 누적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Tool &amp; bind_tools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@tool로 함수를 도구로 변환, bind_tools()로 LLM에 연결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MessagesState</a:t>
            </a:r>
          </a:p>
          <a:p>
            <a:pPr algn="l">
              <a:spcAft>
                <a:spcPts val="9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에이전트 패턴의 대화 히스토리 자동 관리 State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맑은 고딕"/>
              </a:defRPr>
            </a:pPr>
            <a:r>
              <a:t>질문이 있으신가요?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오늘 배운 3가지 패턴을 직접 실습해보세요!</a:t>
            </a:r>
          </a:p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주제와 평가 기준을 바꿔가며 코드를 실행해보면 이해가 더 깊어집니다.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